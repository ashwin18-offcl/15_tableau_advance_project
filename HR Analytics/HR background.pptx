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  <p:sldId id="266" r:id="rId4"/>
    <p:sldId id="258" r:id="rId5"/>
    <p:sldId id="263" r:id="rId6"/>
    <p:sldId id="267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58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pn Jeet" userId="0c2bb2986c819008" providerId="LiveId" clId="{8A2D90EF-A737-4BBB-8B1A-94CD37C8B310}"/>
    <pc:docChg chg="undo custSel addSld delSld modSld sldOrd">
      <pc:chgData name="Swapn Jeet" userId="0c2bb2986c819008" providerId="LiveId" clId="{8A2D90EF-A737-4BBB-8B1A-94CD37C8B310}" dt="2022-12-07T11:15:09.376" v="721" actId="207"/>
      <pc:docMkLst>
        <pc:docMk/>
      </pc:docMkLst>
      <pc:sldChg chg="del">
        <pc:chgData name="Swapn Jeet" userId="0c2bb2986c819008" providerId="LiveId" clId="{8A2D90EF-A737-4BBB-8B1A-94CD37C8B310}" dt="2022-12-07T10:54:16.510" v="679" actId="2696"/>
        <pc:sldMkLst>
          <pc:docMk/>
          <pc:sldMk cId="2175368125" sldId="256"/>
        </pc:sldMkLst>
      </pc:sldChg>
      <pc:sldChg chg="del">
        <pc:chgData name="Swapn Jeet" userId="0c2bb2986c819008" providerId="LiveId" clId="{8A2D90EF-A737-4BBB-8B1A-94CD37C8B310}" dt="2022-12-07T10:54:19.569" v="680" actId="2696"/>
        <pc:sldMkLst>
          <pc:docMk/>
          <pc:sldMk cId="1237879824" sldId="257"/>
        </pc:sldMkLst>
      </pc:sldChg>
      <pc:sldChg chg="del">
        <pc:chgData name="Swapn Jeet" userId="0c2bb2986c819008" providerId="LiveId" clId="{8A2D90EF-A737-4BBB-8B1A-94CD37C8B310}" dt="2022-12-07T10:54:38.518" v="683" actId="2696"/>
        <pc:sldMkLst>
          <pc:docMk/>
          <pc:sldMk cId="2316957605" sldId="259"/>
        </pc:sldMkLst>
      </pc:sldChg>
      <pc:sldChg chg="del">
        <pc:chgData name="Swapn Jeet" userId="0c2bb2986c819008" providerId="LiveId" clId="{8A2D90EF-A737-4BBB-8B1A-94CD37C8B310}" dt="2022-12-07T10:54:38.518" v="683" actId="2696"/>
        <pc:sldMkLst>
          <pc:docMk/>
          <pc:sldMk cId="679871233" sldId="260"/>
        </pc:sldMkLst>
      </pc:sldChg>
      <pc:sldChg chg="modSp mod">
        <pc:chgData name="Swapn Jeet" userId="0c2bb2986c819008" providerId="LiveId" clId="{8A2D90EF-A737-4BBB-8B1A-94CD37C8B310}" dt="2022-12-07T10:57:48.093" v="720" actId="207"/>
        <pc:sldMkLst>
          <pc:docMk/>
          <pc:sldMk cId="2444157588" sldId="261"/>
        </pc:sldMkLst>
        <pc:spChg chg="mod">
          <ac:chgData name="Swapn Jeet" userId="0c2bb2986c819008" providerId="LiveId" clId="{8A2D90EF-A737-4BBB-8B1A-94CD37C8B310}" dt="2022-12-07T10:57:24.287" v="717" actId="207"/>
          <ac:spMkLst>
            <pc:docMk/>
            <pc:sldMk cId="2444157588" sldId="261"/>
            <ac:spMk id="4" creationId="{695583A4-B555-F84D-F80D-0970EBF0C8B7}"/>
          </ac:spMkLst>
        </pc:spChg>
        <pc:spChg chg="mod">
          <ac:chgData name="Swapn Jeet" userId="0c2bb2986c819008" providerId="LiveId" clId="{8A2D90EF-A737-4BBB-8B1A-94CD37C8B310}" dt="2022-12-07T10:57:48.093" v="720" actId="207"/>
          <ac:spMkLst>
            <pc:docMk/>
            <pc:sldMk cId="2444157588" sldId="261"/>
            <ac:spMk id="16" creationId="{2F88B6EB-E54D-179E-F3F5-EB2C5DD43C83}"/>
          </ac:spMkLst>
        </pc:spChg>
      </pc:sldChg>
      <pc:sldChg chg="addSp modSp add del mod">
        <pc:chgData name="Swapn Jeet" userId="0c2bb2986c819008" providerId="LiveId" clId="{8A2D90EF-A737-4BBB-8B1A-94CD37C8B310}" dt="2022-12-07T10:54:35.261" v="682" actId="2696"/>
        <pc:sldMkLst>
          <pc:docMk/>
          <pc:sldMk cId="3233641050" sldId="262"/>
        </pc:sldMkLst>
        <pc:spChg chg="add mod">
          <ac:chgData name="Swapn Jeet" userId="0c2bb2986c819008" providerId="LiveId" clId="{8A2D90EF-A737-4BBB-8B1A-94CD37C8B310}" dt="2022-12-04T12:13:12.073" v="36" actId="207"/>
          <ac:spMkLst>
            <pc:docMk/>
            <pc:sldMk cId="3233641050" sldId="262"/>
            <ac:spMk id="2" creationId="{78BA922D-AA06-F316-CB38-FA454094C8D2}"/>
          </ac:spMkLst>
        </pc:spChg>
      </pc:sldChg>
      <pc:sldChg chg="addSp delSp modSp add mod">
        <pc:chgData name="Swapn Jeet" userId="0c2bb2986c819008" providerId="LiveId" clId="{8A2D90EF-A737-4BBB-8B1A-94CD37C8B310}" dt="2022-12-04T12:23:14.903" v="109" actId="29295"/>
        <pc:sldMkLst>
          <pc:docMk/>
          <pc:sldMk cId="1905683540" sldId="263"/>
        </pc:sldMkLst>
        <pc:spChg chg="del">
          <ac:chgData name="Swapn Jeet" userId="0c2bb2986c819008" providerId="LiveId" clId="{8A2D90EF-A737-4BBB-8B1A-94CD37C8B310}" dt="2022-12-04T12:22:22.010" v="73" actId="478"/>
          <ac:spMkLst>
            <pc:docMk/>
            <pc:sldMk cId="1905683540" sldId="263"/>
            <ac:spMk id="4" creationId="{695583A4-B555-F84D-F80D-0970EBF0C8B7}"/>
          </ac:spMkLst>
        </pc:spChg>
        <pc:picChg chg="add mod ord">
          <ac:chgData name="Swapn Jeet" userId="0c2bb2986c819008" providerId="LiveId" clId="{8A2D90EF-A737-4BBB-8B1A-94CD37C8B310}" dt="2022-12-04T12:23:14.903" v="109" actId="29295"/>
          <ac:picMkLst>
            <pc:docMk/>
            <pc:sldMk cId="1905683540" sldId="263"/>
            <ac:picMk id="3" creationId="{0FCDD9C7-0EB9-6B66-ED1B-1DB25369C6B8}"/>
          </ac:picMkLst>
        </pc:picChg>
      </pc:sldChg>
      <pc:sldChg chg="add del">
        <pc:chgData name="Swapn Jeet" userId="0c2bb2986c819008" providerId="LiveId" clId="{8A2D90EF-A737-4BBB-8B1A-94CD37C8B310}" dt="2022-12-04T12:25:12.300" v="111"/>
        <pc:sldMkLst>
          <pc:docMk/>
          <pc:sldMk cId="1003045264" sldId="264"/>
        </pc:sldMkLst>
      </pc:sldChg>
      <pc:sldChg chg="addSp delSp modSp add mod ord">
        <pc:chgData name="Swapn Jeet" userId="0c2bb2986c819008" providerId="LiveId" clId="{8A2D90EF-A737-4BBB-8B1A-94CD37C8B310}" dt="2022-12-07T11:15:09.376" v="721" actId="207"/>
        <pc:sldMkLst>
          <pc:docMk/>
          <pc:sldMk cId="3535067883" sldId="264"/>
        </pc:sldMkLst>
        <pc:spChg chg="mod">
          <ac:chgData name="Swapn Jeet" userId="0c2bb2986c819008" providerId="LiveId" clId="{8A2D90EF-A737-4BBB-8B1A-94CD37C8B310}" dt="2022-12-07T11:15:09.376" v="721" actId="207"/>
          <ac:spMkLst>
            <pc:docMk/>
            <pc:sldMk cId="3535067883" sldId="264"/>
            <ac:spMk id="16" creationId="{2F88B6EB-E54D-179E-F3F5-EB2C5DD43C83}"/>
          </ac:spMkLst>
        </pc:spChg>
        <pc:picChg chg="del">
          <ac:chgData name="Swapn Jeet" userId="0c2bb2986c819008" providerId="LiveId" clId="{8A2D90EF-A737-4BBB-8B1A-94CD37C8B310}" dt="2022-12-04T12:25:20.736" v="113" actId="478"/>
          <ac:picMkLst>
            <pc:docMk/>
            <pc:sldMk cId="3535067883" sldId="264"/>
            <ac:picMk id="3" creationId="{0FCDD9C7-0EB9-6B66-ED1B-1DB25369C6B8}"/>
          </ac:picMkLst>
        </pc:picChg>
        <pc:picChg chg="add del mod ord">
          <ac:chgData name="Swapn Jeet" userId="0c2bb2986c819008" providerId="LiveId" clId="{8A2D90EF-A737-4BBB-8B1A-94CD37C8B310}" dt="2022-12-04T12:29:13.906" v="404" actId="478"/>
          <ac:picMkLst>
            <pc:docMk/>
            <pc:sldMk cId="3535067883" sldId="264"/>
            <ac:picMk id="4" creationId="{C0B5C2C4-340B-34B8-A354-832C0FCE17B3}"/>
          </ac:picMkLst>
        </pc:picChg>
        <pc:picChg chg="add del mod ord modCrop">
          <ac:chgData name="Swapn Jeet" userId="0c2bb2986c819008" providerId="LiveId" clId="{8A2D90EF-A737-4BBB-8B1A-94CD37C8B310}" dt="2022-12-04T12:37:55.927" v="678" actId="29295"/>
          <ac:picMkLst>
            <pc:docMk/>
            <pc:sldMk cId="3535067883" sldId="264"/>
            <ac:picMk id="6" creationId="{F859A5CB-900A-7699-D9DA-514BB583DEDD}"/>
          </ac:picMkLst>
        </pc:picChg>
        <pc:picChg chg="add del mod modCrop">
          <ac:chgData name="Swapn Jeet" userId="0c2bb2986c819008" providerId="LiveId" clId="{8A2D90EF-A737-4BBB-8B1A-94CD37C8B310}" dt="2022-12-04T12:31:22.206" v="578" actId="931"/>
          <ac:picMkLst>
            <pc:docMk/>
            <pc:sldMk cId="3535067883" sldId="264"/>
            <ac:picMk id="8" creationId="{932EFC08-2DAD-F64D-8D5B-AE1996F6BCF3}"/>
          </ac:picMkLst>
        </pc:picChg>
      </pc:sldChg>
      <pc:sldChg chg="addSp delSp modSp add del mod">
        <pc:chgData name="Swapn Jeet" userId="0c2bb2986c819008" providerId="LiveId" clId="{8A2D90EF-A737-4BBB-8B1A-94CD37C8B310}" dt="2022-12-07T10:54:29.726" v="681" actId="2696"/>
        <pc:sldMkLst>
          <pc:docMk/>
          <pc:sldMk cId="967280711" sldId="265"/>
        </pc:sldMkLst>
        <pc:picChg chg="add del mod ord">
          <ac:chgData name="Swapn Jeet" userId="0c2bb2986c819008" providerId="LiveId" clId="{8A2D90EF-A737-4BBB-8B1A-94CD37C8B310}" dt="2022-12-04T12:32:46.396" v="637" actId="478"/>
          <ac:picMkLst>
            <pc:docMk/>
            <pc:sldMk cId="967280711" sldId="265"/>
            <ac:picMk id="3" creationId="{981C0848-8334-D4DF-86FF-395B94B40F64}"/>
          </ac:picMkLst>
        </pc:picChg>
        <pc:picChg chg="add mod ord">
          <ac:chgData name="Swapn Jeet" userId="0c2bb2986c819008" providerId="LiveId" clId="{8A2D90EF-A737-4BBB-8B1A-94CD37C8B310}" dt="2022-12-04T12:33:34.451" v="652" actId="29295"/>
          <ac:picMkLst>
            <pc:docMk/>
            <pc:sldMk cId="967280711" sldId="265"/>
            <ac:picMk id="5" creationId="{96BE799B-7A70-B4CF-E9CE-035284DBF8B8}"/>
          </ac:picMkLst>
        </pc:picChg>
        <pc:picChg chg="del">
          <ac:chgData name="Swapn Jeet" userId="0c2bb2986c819008" providerId="LiveId" clId="{8A2D90EF-A737-4BBB-8B1A-94CD37C8B310}" dt="2022-12-04T12:32:02.574" v="626" actId="478"/>
          <ac:picMkLst>
            <pc:docMk/>
            <pc:sldMk cId="967280711" sldId="265"/>
            <ac:picMk id="6" creationId="{F859A5CB-900A-7699-D9DA-514BB583DEDD}"/>
          </ac:picMkLst>
        </pc:picChg>
      </pc:sldChg>
      <pc:sldChg chg="modSp add mod ord">
        <pc:chgData name="Swapn Jeet" userId="0c2bb2986c819008" providerId="LiveId" clId="{8A2D90EF-A737-4BBB-8B1A-94CD37C8B310}" dt="2022-12-07T10:55:19.223" v="692"/>
        <pc:sldMkLst>
          <pc:docMk/>
          <pc:sldMk cId="3449160457" sldId="265"/>
        </pc:sldMkLst>
        <pc:spChg chg="mod">
          <ac:chgData name="Swapn Jeet" userId="0c2bb2986c819008" providerId="LiveId" clId="{8A2D90EF-A737-4BBB-8B1A-94CD37C8B310}" dt="2022-12-07T10:55:10.667" v="690" actId="207"/>
          <ac:spMkLst>
            <pc:docMk/>
            <pc:sldMk cId="3449160457" sldId="265"/>
            <ac:spMk id="16" creationId="{2F88B6EB-E54D-179E-F3F5-EB2C5DD43C83}"/>
          </ac:spMkLst>
        </pc:spChg>
      </pc:sldChg>
      <pc:sldChg chg="modSp add mod setBg">
        <pc:chgData name="Swapn Jeet" userId="0c2bb2986c819008" providerId="LiveId" clId="{8A2D90EF-A737-4BBB-8B1A-94CD37C8B310}" dt="2022-12-07T10:55:54.923" v="700" actId="207"/>
        <pc:sldMkLst>
          <pc:docMk/>
          <pc:sldMk cId="2632472826" sldId="266"/>
        </pc:sldMkLst>
        <pc:spChg chg="mod">
          <ac:chgData name="Swapn Jeet" userId="0c2bb2986c819008" providerId="LiveId" clId="{8A2D90EF-A737-4BBB-8B1A-94CD37C8B310}" dt="2022-12-07T10:55:54.923" v="700" actId="207"/>
          <ac:spMkLst>
            <pc:docMk/>
            <pc:sldMk cId="2632472826" sldId="266"/>
            <ac:spMk id="16" creationId="{2F88B6EB-E54D-179E-F3F5-EB2C5DD43C83}"/>
          </ac:spMkLst>
        </pc:spChg>
      </pc:sldChg>
      <pc:sldChg chg="modSp add mod ord">
        <pc:chgData name="Swapn Jeet" userId="0c2bb2986c819008" providerId="LiveId" clId="{8A2D90EF-A737-4BBB-8B1A-94CD37C8B310}" dt="2022-12-07T10:57:08.945" v="715" actId="207"/>
        <pc:sldMkLst>
          <pc:docMk/>
          <pc:sldMk cId="2050307928" sldId="267"/>
        </pc:sldMkLst>
        <pc:spChg chg="mod">
          <ac:chgData name="Swapn Jeet" userId="0c2bb2986c819008" providerId="LiveId" clId="{8A2D90EF-A737-4BBB-8B1A-94CD37C8B310}" dt="2022-12-07T10:57:08.945" v="715" actId="207"/>
          <ac:spMkLst>
            <pc:docMk/>
            <pc:sldMk cId="2050307928" sldId="267"/>
            <ac:spMk id="16" creationId="{2F88B6EB-E54D-179E-F3F5-EB2C5DD43C8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87CF12-2F1B-0D15-F2F3-49DF362D11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D0CD7C-173E-57BE-9F65-7ABFE060D7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7D5EB-BB23-FD6F-A2A7-519F234F9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01-03-2023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4F987-3DC4-69FD-639E-B57E2FB2D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53D1F-7A17-DCD5-93BF-C81BD1E64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9535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C4A30-AD46-04DF-4EE2-4492E9A99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491E1-CB1E-BD20-3B53-A55C7B595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C45D3-A5A8-288D-D85C-870C21D46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01-03-2023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B7FF1-7386-95AB-88EB-3AF9FF7F2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F055D-7FC0-2DB4-B9E3-572FD52B4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550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75D15-4548-F31A-B7B4-827D8EF60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208522-6644-7977-07B6-954D95AA9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728AA-6D30-86FF-B5A6-4055C9DE3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01-03-2023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FEC94-FFCA-0542-1B50-8CEB9CA102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772B3-C385-0444-CB6F-4B959531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455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B7BE6-1617-2EF3-A78F-EA981E090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3FAF-A672-E164-C4F1-BCA56532C7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97148A-7DCF-71E8-AAE4-1A07D4EFE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6F66A-8BF9-DE84-E14F-E0995CDA9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01-03-2023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4B8AE-1ED6-4458-5674-1A55D9412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24E02-C576-D716-1E17-9224CE042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3872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D241F-F4C4-8643-D80E-F0DFA825A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DF7A9B-AF3A-A5F2-D40B-29BF29D1DD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B4E851-1C05-9F3A-CCC8-412802D6E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C9923DA-B27C-14A5-162A-4967936247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993B08-A40D-D722-9F40-F1D500650D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A778EA-D055-BD6F-55CF-C1ED7A719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01-03-2023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AC7937-93FE-F58A-9331-CCEC3492F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D1C0E1-653D-1F10-58BF-EEE971F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670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C78B-4D06-75EC-22AD-5532E008A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E719B2-A2C2-F457-AFCB-1557CEA41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01-03-2023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4E38FA-53FF-687A-4B22-8C8643F5A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932B1C-D71F-2FF3-A127-6A8DFED8F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773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0782F-154C-FFDB-5F3A-4AC02CEC3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01-03-2023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F1DD0C-6AE2-D940-787A-FF84DAD24C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CC05ED-E9DC-A1BB-6879-75FDECD90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2741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A19AA-4906-777C-870D-C6198BFD1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AB74E-F38E-7AF2-4A18-91554615C7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A45197-1704-E4AA-71C6-B610EAA547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9D8C9-83C6-0638-204B-699090BB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01-03-2023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8E759A-A7F0-4692-4D97-0998ACF74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D9E0A9-3A5C-4AB2-E5AA-EF0B78704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8073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751D7-004E-F11D-8B69-425E80FCD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EB77F-C431-F0E3-0A79-683A90BDB4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455E89-C725-DCE5-C5CC-0D4079CE38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E5ADB7-11E6-D707-554A-86595B08E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01-03-2023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679750-0B75-F5AF-437C-C43D4B5EE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1CB3C4-91E7-DC10-A1D4-E9BB75081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3537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3C08A-0526-DC7A-5576-67498F1BD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2FD2A2-A360-F706-50CA-3148A9D45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B6FE7-8058-F76A-578F-85F00966F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01-03-2023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70F3A1-6794-7DAE-DCC4-5A2CDC212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29652C-4240-894A-2B1A-3D9386E4C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252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FD3ADF-74C9-3C14-3079-947AFBE16E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51024B-EA80-686F-9F0C-5CA108EE40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EBF02A-2C29-94F0-18A3-994D25DA7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E03CF-BDE1-48F5-A1DD-5EEC7628775A}" type="datetimeFigureOut">
              <a:rPr lang="en-IN" smtClean="0"/>
              <a:t>01-03-2023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95D7D-96A5-513F-B46D-88DA4E725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EF643-E81D-D29C-0397-AF87D48F8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7742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19BB8A-AD40-E262-65A6-FC552CEA1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9FC61D-8093-687D-7EA2-B05AE843C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2C3AAF-AF0C-5776-819A-269EA6EAEF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7E03CF-BDE1-48F5-A1DD-5EEC7628775A}" type="datetimeFigureOut">
              <a:rPr lang="en-IN" smtClean="0"/>
              <a:t>01-03-2023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3EC00B-2464-AFC0-B975-0D7620A263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CE957-9FC0-CFD5-6DC1-1A25C53573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38329-E407-4A4C-84B3-4FDFDCDE0B6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332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859A5CB-900A-7699-D9DA-514BB583DE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" t="8040" r="1785" b="8040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F88B6EB-E54D-179E-F3F5-EB2C5DD43C83}"/>
              </a:ext>
            </a:extLst>
          </p:cNvPr>
          <p:cNvSpPr/>
          <p:nvPr/>
        </p:nvSpPr>
        <p:spPr>
          <a:xfrm>
            <a:off x="52389" y="52389"/>
            <a:ext cx="12087224" cy="6753224"/>
          </a:xfrm>
          <a:custGeom>
            <a:avLst/>
            <a:gdLst>
              <a:gd name="connsiteX0" fmla="*/ 3457198 w 12087224"/>
              <a:gd name="connsiteY0" fmla="*/ 4713409 h 6753224"/>
              <a:gd name="connsiteX1" fmla="*/ 3554287 w 12087224"/>
              <a:gd name="connsiteY1" fmla="*/ 4713409 h 6753224"/>
              <a:gd name="connsiteX2" fmla="*/ 3554287 w 12087224"/>
              <a:gd name="connsiteY2" fmla="*/ 4713411 h 6753224"/>
              <a:gd name="connsiteX3" fmla="*/ 3637087 w 12087224"/>
              <a:gd name="connsiteY3" fmla="*/ 4713411 h 6753224"/>
              <a:gd name="connsiteX4" fmla="*/ 3637087 w 12087224"/>
              <a:gd name="connsiteY4" fmla="*/ 4713409 h 6753224"/>
              <a:gd name="connsiteX5" fmla="*/ 7910386 w 12087224"/>
              <a:gd name="connsiteY5" fmla="*/ 4713409 h 6753224"/>
              <a:gd name="connsiteX6" fmla="*/ 7910386 w 12087224"/>
              <a:gd name="connsiteY6" fmla="*/ 4713414 h 6753224"/>
              <a:gd name="connsiteX7" fmla="*/ 7993187 w 12087224"/>
              <a:gd name="connsiteY7" fmla="*/ 4713414 h 6753224"/>
              <a:gd name="connsiteX8" fmla="*/ 7993187 w 12087224"/>
              <a:gd name="connsiteY8" fmla="*/ 4713409 h 6753224"/>
              <a:gd name="connsiteX9" fmla="*/ 12087224 w 12087224"/>
              <a:gd name="connsiteY9" fmla="*/ 4713409 h 6753224"/>
              <a:gd name="connsiteX10" fmla="*/ 12087224 w 12087224"/>
              <a:gd name="connsiteY10" fmla="*/ 6753224 h 6753224"/>
              <a:gd name="connsiteX11" fmla="*/ 3457198 w 12087224"/>
              <a:gd name="connsiteY11" fmla="*/ 6753224 h 6753224"/>
              <a:gd name="connsiteX12" fmla="*/ 0 w 12087224"/>
              <a:gd name="connsiteY12" fmla="*/ 4713409 h 6753224"/>
              <a:gd name="connsiteX13" fmla="*/ 3374397 w 12087224"/>
              <a:gd name="connsiteY13" fmla="*/ 4713409 h 6753224"/>
              <a:gd name="connsiteX14" fmla="*/ 3374397 w 12087224"/>
              <a:gd name="connsiteY14" fmla="*/ 6753224 h 6753224"/>
              <a:gd name="connsiteX15" fmla="*/ 0 w 12087224"/>
              <a:gd name="connsiteY15" fmla="*/ 6753224 h 6753224"/>
              <a:gd name="connsiteX16" fmla="*/ 7993187 w 12087224"/>
              <a:gd name="connsiteY16" fmla="*/ 1766894 h 6753224"/>
              <a:gd name="connsiteX17" fmla="*/ 10394822 w 12087224"/>
              <a:gd name="connsiteY17" fmla="*/ 1766894 h 6753224"/>
              <a:gd name="connsiteX18" fmla="*/ 10394822 w 12087224"/>
              <a:gd name="connsiteY18" fmla="*/ 1766896 h 6753224"/>
              <a:gd name="connsiteX19" fmla="*/ 10477623 w 12087224"/>
              <a:gd name="connsiteY19" fmla="*/ 1766896 h 6753224"/>
              <a:gd name="connsiteX20" fmla="*/ 10477623 w 12087224"/>
              <a:gd name="connsiteY20" fmla="*/ 1766894 h 6753224"/>
              <a:gd name="connsiteX21" fmla="*/ 12087224 w 12087224"/>
              <a:gd name="connsiteY21" fmla="*/ 1766894 h 6753224"/>
              <a:gd name="connsiteX22" fmla="*/ 12087224 w 12087224"/>
              <a:gd name="connsiteY22" fmla="*/ 4630608 h 6753224"/>
              <a:gd name="connsiteX23" fmla="*/ 7993187 w 12087224"/>
              <a:gd name="connsiteY23" fmla="*/ 4630608 h 6753224"/>
              <a:gd name="connsiteX24" fmla="*/ 3637087 w 12087224"/>
              <a:gd name="connsiteY24" fmla="*/ 1766894 h 6753224"/>
              <a:gd name="connsiteX25" fmla="*/ 7910386 w 12087224"/>
              <a:gd name="connsiteY25" fmla="*/ 1766894 h 6753224"/>
              <a:gd name="connsiteX26" fmla="*/ 7910386 w 12087224"/>
              <a:gd name="connsiteY26" fmla="*/ 4630608 h 6753224"/>
              <a:gd name="connsiteX27" fmla="*/ 3637087 w 12087224"/>
              <a:gd name="connsiteY27" fmla="*/ 4630608 h 6753224"/>
              <a:gd name="connsiteX28" fmla="*/ 0 w 12087224"/>
              <a:gd name="connsiteY28" fmla="*/ 1766894 h 6753224"/>
              <a:gd name="connsiteX29" fmla="*/ 3554287 w 12087224"/>
              <a:gd name="connsiteY29" fmla="*/ 1766894 h 6753224"/>
              <a:gd name="connsiteX30" fmla="*/ 3554287 w 12087224"/>
              <a:gd name="connsiteY30" fmla="*/ 4630608 h 6753224"/>
              <a:gd name="connsiteX31" fmla="*/ 0 w 12087224"/>
              <a:gd name="connsiteY31" fmla="*/ 4630608 h 6753224"/>
              <a:gd name="connsiteX32" fmla="*/ 10477623 w 12087224"/>
              <a:gd name="connsiteY32" fmla="*/ 609725 h 6753224"/>
              <a:gd name="connsiteX33" fmla="*/ 12087224 w 12087224"/>
              <a:gd name="connsiteY33" fmla="*/ 609725 h 6753224"/>
              <a:gd name="connsiteX34" fmla="*/ 12087224 w 12087224"/>
              <a:gd name="connsiteY34" fmla="*/ 1684092 h 6753224"/>
              <a:gd name="connsiteX35" fmla="*/ 10477623 w 12087224"/>
              <a:gd name="connsiteY35" fmla="*/ 1684092 h 6753224"/>
              <a:gd name="connsiteX36" fmla="*/ 0 w 12087224"/>
              <a:gd name="connsiteY36" fmla="*/ 609725 h 6753224"/>
              <a:gd name="connsiteX37" fmla="*/ 10394822 w 12087224"/>
              <a:gd name="connsiteY37" fmla="*/ 609725 h 6753224"/>
              <a:gd name="connsiteX38" fmla="*/ 10394822 w 12087224"/>
              <a:gd name="connsiteY38" fmla="*/ 1684092 h 6753224"/>
              <a:gd name="connsiteX39" fmla="*/ 0 w 12087224"/>
              <a:gd name="connsiteY39" fmla="*/ 1684092 h 6753224"/>
              <a:gd name="connsiteX40" fmla="*/ 0 w 12087224"/>
              <a:gd name="connsiteY40" fmla="*/ 0 h 6753224"/>
              <a:gd name="connsiteX41" fmla="*/ 12087224 w 12087224"/>
              <a:gd name="connsiteY41" fmla="*/ 0 h 6753224"/>
              <a:gd name="connsiteX42" fmla="*/ 12087224 w 12087224"/>
              <a:gd name="connsiteY42" fmla="*/ 526925 h 6753224"/>
              <a:gd name="connsiteX43" fmla="*/ 10477623 w 12087224"/>
              <a:gd name="connsiteY43" fmla="*/ 526925 h 6753224"/>
              <a:gd name="connsiteX44" fmla="*/ 10477623 w 12087224"/>
              <a:gd name="connsiteY44" fmla="*/ 526925 h 6753224"/>
              <a:gd name="connsiteX45" fmla="*/ 10394822 w 12087224"/>
              <a:gd name="connsiteY45" fmla="*/ 526925 h 6753224"/>
              <a:gd name="connsiteX46" fmla="*/ 10394822 w 12087224"/>
              <a:gd name="connsiteY46" fmla="*/ 526925 h 6753224"/>
              <a:gd name="connsiteX47" fmla="*/ 0 w 12087224"/>
              <a:gd name="connsiteY47" fmla="*/ 526925 h 675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087224" h="6753224">
                <a:moveTo>
                  <a:pt x="3457198" y="4713409"/>
                </a:moveTo>
                <a:lnTo>
                  <a:pt x="3554287" y="4713409"/>
                </a:lnTo>
                <a:lnTo>
                  <a:pt x="3554287" y="4713411"/>
                </a:lnTo>
                <a:lnTo>
                  <a:pt x="3637087" y="4713411"/>
                </a:lnTo>
                <a:lnTo>
                  <a:pt x="3637087" y="4713409"/>
                </a:lnTo>
                <a:lnTo>
                  <a:pt x="7910386" y="4713409"/>
                </a:lnTo>
                <a:lnTo>
                  <a:pt x="7910386" y="4713414"/>
                </a:lnTo>
                <a:lnTo>
                  <a:pt x="7993187" y="4713414"/>
                </a:lnTo>
                <a:lnTo>
                  <a:pt x="7993187" y="4713409"/>
                </a:lnTo>
                <a:lnTo>
                  <a:pt x="12087224" y="4713409"/>
                </a:lnTo>
                <a:lnTo>
                  <a:pt x="12087224" y="6753224"/>
                </a:lnTo>
                <a:lnTo>
                  <a:pt x="3457198" y="6753224"/>
                </a:lnTo>
                <a:close/>
                <a:moveTo>
                  <a:pt x="0" y="4713409"/>
                </a:moveTo>
                <a:lnTo>
                  <a:pt x="3374397" y="4713409"/>
                </a:lnTo>
                <a:lnTo>
                  <a:pt x="3374397" y="6753224"/>
                </a:lnTo>
                <a:lnTo>
                  <a:pt x="0" y="6753224"/>
                </a:lnTo>
                <a:close/>
                <a:moveTo>
                  <a:pt x="7993187" y="1766894"/>
                </a:moveTo>
                <a:lnTo>
                  <a:pt x="10394822" y="1766894"/>
                </a:lnTo>
                <a:lnTo>
                  <a:pt x="10394822" y="1766896"/>
                </a:lnTo>
                <a:lnTo>
                  <a:pt x="10477623" y="1766896"/>
                </a:lnTo>
                <a:lnTo>
                  <a:pt x="10477623" y="1766894"/>
                </a:lnTo>
                <a:lnTo>
                  <a:pt x="12087224" y="1766894"/>
                </a:lnTo>
                <a:lnTo>
                  <a:pt x="12087224" y="4630608"/>
                </a:lnTo>
                <a:lnTo>
                  <a:pt x="7993187" y="4630608"/>
                </a:lnTo>
                <a:close/>
                <a:moveTo>
                  <a:pt x="3637087" y="1766894"/>
                </a:moveTo>
                <a:lnTo>
                  <a:pt x="7910386" y="1766894"/>
                </a:lnTo>
                <a:lnTo>
                  <a:pt x="7910386" y="4630608"/>
                </a:lnTo>
                <a:lnTo>
                  <a:pt x="3637087" y="4630608"/>
                </a:lnTo>
                <a:close/>
                <a:moveTo>
                  <a:pt x="0" y="1766894"/>
                </a:moveTo>
                <a:lnTo>
                  <a:pt x="3554287" y="1766894"/>
                </a:lnTo>
                <a:lnTo>
                  <a:pt x="3554287" y="4630608"/>
                </a:lnTo>
                <a:lnTo>
                  <a:pt x="0" y="4630608"/>
                </a:lnTo>
                <a:close/>
                <a:moveTo>
                  <a:pt x="10477623" y="609725"/>
                </a:moveTo>
                <a:lnTo>
                  <a:pt x="12087224" y="609725"/>
                </a:lnTo>
                <a:lnTo>
                  <a:pt x="12087224" y="1684092"/>
                </a:lnTo>
                <a:lnTo>
                  <a:pt x="10477623" y="1684092"/>
                </a:lnTo>
                <a:close/>
                <a:moveTo>
                  <a:pt x="0" y="609725"/>
                </a:moveTo>
                <a:lnTo>
                  <a:pt x="10394822" y="609725"/>
                </a:lnTo>
                <a:lnTo>
                  <a:pt x="10394822" y="1684092"/>
                </a:lnTo>
                <a:lnTo>
                  <a:pt x="0" y="1684092"/>
                </a:lnTo>
                <a:close/>
                <a:moveTo>
                  <a:pt x="0" y="0"/>
                </a:moveTo>
                <a:lnTo>
                  <a:pt x="12087224" y="0"/>
                </a:lnTo>
                <a:lnTo>
                  <a:pt x="12087224" y="526925"/>
                </a:lnTo>
                <a:lnTo>
                  <a:pt x="10477623" y="526925"/>
                </a:lnTo>
                <a:lnTo>
                  <a:pt x="10477623" y="526925"/>
                </a:lnTo>
                <a:lnTo>
                  <a:pt x="10394822" y="526925"/>
                </a:lnTo>
                <a:lnTo>
                  <a:pt x="10394822" y="526925"/>
                </a:lnTo>
                <a:lnTo>
                  <a:pt x="0" y="526925"/>
                </a:lnTo>
                <a:close/>
              </a:path>
            </a:pathLst>
          </a:custGeom>
          <a:gradFill>
            <a:gsLst>
              <a:gs pos="0">
                <a:schemeClr val="tx1">
                  <a:alpha val="90000"/>
                </a:schemeClr>
              </a:gs>
              <a:gs pos="100000">
                <a:srgbClr val="2F5597">
                  <a:alpha val="84706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0678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859A5CB-900A-7699-D9DA-514BB583DE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" t="8040" r="1785" b="8040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F88B6EB-E54D-179E-F3F5-EB2C5DD43C83}"/>
              </a:ext>
            </a:extLst>
          </p:cNvPr>
          <p:cNvSpPr/>
          <p:nvPr/>
        </p:nvSpPr>
        <p:spPr>
          <a:xfrm>
            <a:off x="52389" y="52389"/>
            <a:ext cx="12087224" cy="6753224"/>
          </a:xfrm>
          <a:custGeom>
            <a:avLst/>
            <a:gdLst>
              <a:gd name="connsiteX0" fmla="*/ 3457198 w 12087224"/>
              <a:gd name="connsiteY0" fmla="*/ 4713409 h 6753224"/>
              <a:gd name="connsiteX1" fmla="*/ 3554287 w 12087224"/>
              <a:gd name="connsiteY1" fmla="*/ 4713409 h 6753224"/>
              <a:gd name="connsiteX2" fmla="*/ 3554287 w 12087224"/>
              <a:gd name="connsiteY2" fmla="*/ 4713411 h 6753224"/>
              <a:gd name="connsiteX3" fmla="*/ 3637087 w 12087224"/>
              <a:gd name="connsiteY3" fmla="*/ 4713411 h 6753224"/>
              <a:gd name="connsiteX4" fmla="*/ 3637087 w 12087224"/>
              <a:gd name="connsiteY4" fmla="*/ 4713409 h 6753224"/>
              <a:gd name="connsiteX5" fmla="*/ 7910386 w 12087224"/>
              <a:gd name="connsiteY5" fmla="*/ 4713409 h 6753224"/>
              <a:gd name="connsiteX6" fmla="*/ 7910386 w 12087224"/>
              <a:gd name="connsiteY6" fmla="*/ 4713414 h 6753224"/>
              <a:gd name="connsiteX7" fmla="*/ 7993187 w 12087224"/>
              <a:gd name="connsiteY7" fmla="*/ 4713414 h 6753224"/>
              <a:gd name="connsiteX8" fmla="*/ 7993187 w 12087224"/>
              <a:gd name="connsiteY8" fmla="*/ 4713409 h 6753224"/>
              <a:gd name="connsiteX9" fmla="*/ 12087224 w 12087224"/>
              <a:gd name="connsiteY9" fmla="*/ 4713409 h 6753224"/>
              <a:gd name="connsiteX10" fmla="*/ 12087224 w 12087224"/>
              <a:gd name="connsiteY10" fmla="*/ 6753224 h 6753224"/>
              <a:gd name="connsiteX11" fmla="*/ 3457198 w 12087224"/>
              <a:gd name="connsiteY11" fmla="*/ 6753224 h 6753224"/>
              <a:gd name="connsiteX12" fmla="*/ 0 w 12087224"/>
              <a:gd name="connsiteY12" fmla="*/ 4713409 h 6753224"/>
              <a:gd name="connsiteX13" fmla="*/ 3374397 w 12087224"/>
              <a:gd name="connsiteY13" fmla="*/ 4713409 h 6753224"/>
              <a:gd name="connsiteX14" fmla="*/ 3374397 w 12087224"/>
              <a:gd name="connsiteY14" fmla="*/ 6753224 h 6753224"/>
              <a:gd name="connsiteX15" fmla="*/ 0 w 12087224"/>
              <a:gd name="connsiteY15" fmla="*/ 6753224 h 6753224"/>
              <a:gd name="connsiteX16" fmla="*/ 7993187 w 12087224"/>
              <a:gd name="connsiteY16" fmla="*/ 1766894 h 6753224"/>
              <a:gd name="connsiteX17" fmla="*/ 10394822 w 12087224"/>
              <a:gd name="connsiteY17" fmla="*/ 1766894 h 6753224"/>
              <a:gd name="connsiteX18" fmla="*/ 10394822 w 12087224"/>
              <a:gd name="connsiteY18" fmla="*/ 1766896 h 6753224"/>
              <a:gd name="connsiteX19" fmla="*/ 10477623 w 12087224"/>
              <a:gd name="connsiteY19" fmla="*/ 1766896 h 6753224"/>
              <a:gd name="connsiteX20" fmla="*/ 10477623 w 12087224"/>
              <a:gd name="connsiteY20" fmla="*/ 1766894 h 6753224"/>
              <a:gd name="connsiteX21" fmla="*/ 12087224 w 12087224"/>
              <a:gd name="connsiteY21" fmla="*/ 1766894 h 6753224"/>
              <a:gd name="connsiteX22" fmla="*/ 12087224 w 12087224"/>
              <a:gd name="connsiteY22" fmla="*/ 4630608 h 6753224"/>
              <a:gd name="connsiteX23" fmla="*/ 7993187 w 12087224"/>
              <a:gd name="connsiteY23" fmla="*/ 4630608 h 6753224"/>
              <a:gd name="connsiteX24" fmla="*/ 3637087 w 12087224"/>
              <a:gd name="connsiteY24" fmla="*/ 1766894 h 6753224"/>
              <a:gd name="connsiteX25" fmla="*/ 7910386 w 12087224"/>
              <a:gd name="connsiteY25" fmla="*/ 1766894 h 6753224"/>
              <a:gd name="connsiteX26" fmla="*/ 7910386 w 12087224"/>
              <a:gd name="connsiteY26" fmla="*/ 4630608 h 6753224"/>
              <a:gd name="connsiteX27" fmla="*/ 3637087 w 12087224"/>
              <a:gd name="connsiteY27" fmla="*/ 4630608 h 6753224"/>
              <a:gd name="connsiteX28" fmla="*/ 0 w 12087224"/>
              <a:gd name="connsiteY28" fmla="*/ 1766894 h 6753224"/>
              <a:gd name="connsiteX29" fmla="*/ 3554287 w 12087224"/>
              <a:gd name="connsiteY29" fmla="*/ 1766894 h 6753224"/>
              <a:gd name="connsiteX30" fmla="*/ 3554287 w 12087224"/>
              <a:gd name="connsiteY30" fmla="*/ 4630608 h 6753224"/>
              <a:gd name="connsiteX31" fmla="*/ 0 w 12087224"/>
              <a:gd name="connsiteY31" fmla="*/ 4630608 h 6753224"/>
              <a:gd name="connsiteX32" fmla="*/ 10477623 w 12087224"/>
              <a:gd name="connsiteY32" fmla="*/ 609725 h 6753224"/>
              <a:gd name="connsiteX33" fmla="*/ 12087224 w 12087224"/>
              <a:gd name="connsiteY33" fmla="*/ 609725 h 6753224"/>
              <a:gd name="connsiteX34" fmla="*/ 12087224 w 12087224"/>
              <a:gd name="connsiteY34" fmla="*/ 1684092 h 6753224"/>
              <a:gd name="connsiteX35" fmla="*/ 10477623 w 12087224"/>
              <a:gd name="connsiteY35" fmla="*/ 1684092 h 6753224"/>
              <a:gd name="connsiteX36" fmla="*/ 0 w 12087224"/>
              <a:gd name="connsiteY36" fmla="*/ 609725 h 6753224"/>
              <a:gd name="connsiteX37" fmla="*/ 10394822 w 12087224"/>
              <a:gd name="connsiteY37" fmla="*/ 609725 h 6753224"/>
              <a:gd name="connsiteX38" fmla="*/ 10394822 w 12087224"/>
              <a:gd name="connsiteY38" fmla="*/ 1684092 h 6753224"/>
              <a:gd name="connsiteX39" fmla="*/ 0 w 12087224"/>
              <a:gd name="connsiteY39" fmla="*/ 1684092 h 6753224"/>
              <a:gd name="connsiteX40" fmla="*/ 0 w 12087224"/>
              <a:gd name="connsiteY40" fmla="*/ 0 h 6753224"/>
              <a:gd name="connsiteX41" fmla="*/ 12087224 w 12087224"/>
              <a:gd name="connsiteY41" fmla="*/ 0 h 6753224"/>
              <a:gd name="connsiteX42" fmla="*/ 12087224 w 12087224"/>
              <a:gd name="connsiteY42" fmla="*/ 526925 h 6753224"/>
              <a:gd name="connsiteX43" fmla="*/ 10477623 w 12087224"/>
              <a:gd name="connsiteY43" fmla="*/ 526925 h 6753224"/>
              <a:gd name="connsiteX44" fmla="*/ 10477623 w 12087224"/>
              <a:gd name="connsiteY44" fmla="*/ 526925 h 6753224"/>
              <a:gd name="connsiteX45" fmla="*/ 10394822 w 12087224"/>
              <a:gd name="connsiteY45" fmla="*/ 526925 h 6753224"/>
              <a:gd name="connsiteX46" fmla="*/ 10394822 w 12087224"/>
              <a:gd name="connsiteY46" fmla="*/ 526925 h 6753224"/>
              <a:gd name="connsiteX47" fmla="*/ 0 w 12087224"/>
              <a:gd name="connsiteY47" fmla="*/ 526925 h 675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087224" h="6753224">
                <a:moveTo>
                  <a:pt x="3457198" y="4713409"/>
                </a:moveTo>
                <a:lnTo>
                  <a:pt x="3554287" y="4713409"/>
                </a:lnTo>
                <a:lnTo>
                  <a:pt x="3554287" y="4713411"/>
                </a:lnTo>
                <a:lnTo>
                  <a:pt x="3637087" y="4713411"/>
                </a:lnTo>
                <a:lnTo>
                  <a:pt x="3637087" y="4713409"/>
                </a:lnTo>
                <a:lnTo>
                  <a:pt x="7910386" y="4713409"/>
                </a:lnTo>
                <a:lnTo>
                  <a:pt x="7910386" y="4713414"/>
                </a:lnTo>
                <a:lnTo>
                  <a:pt x="7993187" y="4713414"/>
                </a:lnTo>
                <a:lnTo>
                  <a:pt x="7993187" y="4713409"/>
                </a:lnTo>
                <a:lnTo>
                  <a:pt x="12087224" y="4713409"/>
                </a:lnTo>
                <a:lnTo>
                  <a:pt x="12087224" y="6753224"/>
                </a:lnTo>
                <a:lnTo>
                  <a:pt x="3457198" y="6753224"/>
                </a:lnTo>
                <a:close/>
                <a:moveTo>
                  <a:pt x="0" y="4713409"/>
                </a:moveTo>
                <a:lnTo>
                  <a:pt x="3374397" y="4713409"/>
                </a:lnTo>
                <a:lnTo>
                  <a:pt x="3374397" y="6753224"/>
                </a:lnTo>
                <a:lnTo>
                  <a:pt x="0" y="6753224"/>
                </a:lnTo>
                <a:close/>
                <a:moveTo>
                  <a:pt x="7993187" y="1766894"/>
                </a:moveTo>
                <a:lnTo>
                  <a:pt x="10394822" y="1766894"/>
                </a:lnTo>
                <a:lnTo>
                  <a:pt x="10394822" y="1766896"/>
                </a:lnTo>
                <a:lnTo>
                  <a:pt x="10477623" y="1766896"/>
                </a:lnTo>
                <a:lnTo>
                  <a:pt x="10477623" y="1766894"/>
                </a:lnTo>
                <a:lnTo>
                  <a:pt x="12087224" y="1766894"/>
                </a:lnTo>
                <a:lnTo>
                  <a:pt x="12087224" y="4630608"/>
                </a:lnTo>
                <a:lnTo>
                  <a:pt x="7993187" y="4630608"/>
                </a:lnTo>
                <a:close/>
                <a:moveTo>
                  <a:pt x="3637087" y="1766894"/>
                </a:moveTo>
                <a:lnTo>
                  <a:pt x="7910386" y="1766894"/>
                </a:lnTo>
                <a:lnTo>
                  <a:pt x="7910386" y="4630608"/>
                </a:lnTo>
                <a:lnTo>
                  <a:pt x="3637087" y="4630608"/>
                </a:lnTo>
                <a:close/>
                <a:moveTo>
                  <a:pt x="0" y="1766894"/>
                </a:moveTo>
                <a:lnTo>
                  <a:pt x="3554287" y="1766894"/>
                </a:lnTo>
                <a:lnTo>
                  <a:pt x="3554287" y="4630608"/>
                </a:lnTo>
                <a:lnTo>
                  <a:pt x="0" y="4630608"/>
                </a:lnTo>
                <a:close/>
                <a:moveTo>
                  <a:pt x="10477623" y="609725"/>
                </a:moveTo>
                <a:lnTo>
                  <a:pt x="12087224" y="609725"/>
                </a:lnTo>
                <a:lnTo>
                  <a:pt x="12087224" y="1684092"/>
                </a:lnTo>
                <a:lnTo>
                  <a:pt x="10477623" y="1684092"/>
                </a:lnTo>
                <a:close/>
                <a:moveTo>
                  <a:pt x="0" y="609725"/>
                </a:moveTo>
                <a:lnTo>
                  <a:pt x="10394822" y="609725"/>
                </a:lnTo>
                <a:lnTo>
                  <a:pt x="10394822" y="1684092"/>
                </a:lnTo>
                <a:lnTo>
                  <a:pt x="0" y="1684092"/>
                </a:lnTo>
                <a:close/>
                <a:moveTo>
                  <a:pt x="0" y="0"/>
                </a:moveTo>
                <a:lnTo>
                  <a:pt x="12087224" y="0"/>
                </a:lnTo>
                <a:lnTo>
                  <a:pt x="12087224" y="526925"/>
                </a:lnTo>
                <a:lnTo>
                  <a:pt x="10477623" y="526925"/>
                </a:lnTo>
                <a:lnTo>
                  <a:pt x="10477623" y="526925"/>
                </a:lnTo>
                <a:lnTo>
                  <a:pt x="10394822" y="526925"/>
                </a:lnTo>
                <a:lnTo>
                  <a:pt x="10394822" y="526925"/>
                </a:lnTo>
                <a:lnTo>
                  <a:pt x="0" y="526925"/>
                </a:lnTo>
                <a:close/>
              </a:path>
            </a:pathLst>
          </a:custGeom>
          <a:gradFill>
            <a:gsLst>
              <a:gs pos="0">
                <a:schemeClr val="tx1">
                  <a:alpha val="90000"/>
                </a:schemeClr>
              </a:gs>
              <a:gs pos="100000">
                <a:srgbClr val="7030A0">
                  <a:alpha val="80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9160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tx1">
                <a:alpha val="90000"/>
              </a:schemeClr>
            </a:gs>
            <a:gs pos="100000">
              <a:srgbClr val="7030A0">
                <a:alpha val="80000"/>
              </a:srgbClr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859A5CB-900A-7699-D9DA-514BB583DE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" t="8040" r="1785" b="8040"/>
          <a:stretch/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F88B6EB-E54D-179E-F3F5-EB2C5DD43C83}"/>
              </a:ext>
            </a:extLst>
          </p:cNvPr>
          <p:cNvSpPr/>
          <p:nvPr/>
        </p:nvSpPr>
        <p:spPr>
          <a:xfrm>
            <a:off x="52389" y="52389"/>
            <a:ext cx="12087224" cy="6753224"/>
          </a:xfrm>
          <a:custGeom>
            <a:avLst/>
            <a:gdLst>
              <a:gd name="connsiteX0" fmla="*/ 3457198 w 12087224"/>
              <a:gd name="connsiteY0" fmla="*/ 4713409 h 6753224"/>
              <a:gd name="connsiteX1" fmla="*/ 3554287 w 12087224"/>
              <a:gd name="connsiteY1" fmla="*/ 4713409 h 6753224"/>
              <a:gd name="connsiteX2" fmla="*/ 3554287 w 12087224"/>
              <a:gd name="connsiteY2" fmla="*/ 4713411 h 6753224"/>
              <a:gd name="connsiteX3" fmla="*/ 3637087 w 12087224"/>
              <a:gd name="connsiteY3" fmla="*/ 4713411 h 6753224"/>
              <a:gd name="connsiteX4" fmla="*/ 3637087 w 12087224"/>
              <a:gd name="connsiteY4" fmla="*/ 4713409 h 6753224"/>
              <a:gd name="connsiteX5" fmla="*/ 7910386 w 12087224"/>
              <a:gd name="connsiteY5" fmla="*/ 4713409 h 6753224"/>
              <a:gd name="connsiteX6" fmla="*/ 7910386 w 12087224"/>
              <a:gd name="connsiteY6" fmla="*/ 4713414 h 6753224"/>
              <a:gd name="connsiteX7" fmla="*/ 7993187 w 12087224"/>
              <a:gd name="connsiteY7" fmla="*/ 4713414 h 6753224"/>
              <a:gd name="connsiteX8" fmla="*/ 7993187 w 12087224"/>
              <a:gd name="connsiteY8" fmla="*/ 4713409 h 6753224"/>
              <a:gd name="connsiteX9" fmla="*/ 12087224 w 12087224"/>
              <a:gd name="connsiteY9" fmla="*/ 4713409 h 6753224"/>
              <a:gd name="connsiteX10" fmla="*/ 12087224 w 12087224"/>
              <a:gd name="connsiteY10" fmla="*/ 6753224 h 6753224"/>
              <a:gd name="connsiteX11" fmla="*/ 3457198 w 12087224"/>
              <a:gd name="connsiteY11" fmla="*/ 6753224 h 6753224"/>
              <a:gd name="connsiteX12" fmla="*/ 0 w 12087224"/>
              <a:gd name="connsiteY12" fmla="*/ 4713409 h 6753224"/>
              <a:gd name="connsiteX13" fmla="*/ 3374397 w 12087224"/>
              <a:gd name="connsiteY13" fmla="*/ 4713409 h 6753224"/>
              <a:gd name="connsiteX14" fmla="*/ 3374397 w 12087224"/>
              <a:gd name="connsiteY14" fmla="*/ 6753224 h 6753224"/>
              <a:gd name="connsiteX15" fmla="*/ 0 w 12087224"/>
              <a:gd name="connsiteY15" fmla="*/ 6753224 h 6753224"/>
              <a:gd name="connsiteX16" fmla="*/ 7993187 w 12087224"/>
              <a:gd name="connsiteY16" fmla="*/ 1766894 h 6753224"/>
              <a:gd name="connsiteX17" fmla="*/ 10394822 w 12087224"/>
              <a:gd name="connsiteY17" fmla="*/ 1766894 h 6753224"/>
              <a:gd name="connsiteX18" fmla="*/ 10394822 w 12087224"/>
              <a:gd name="connsiteY18" fmla="*/ 1766896 h 6753224"/>
              <a:gd name="connsiteX19" fmla="*/ 10477623 w 12087224"/>
              <a:gd name="connsiteY19" fmla="*/ 1766896 h 6753224"/>
              <a:gd name="connsiteX20" fmla="*/ 10477623 w 12087224"/>
              <a:gd name="connsiteY20" fmla="*/ 1766894 h 6753224"/>
              <a:gd name="connsiteX21" fmla="*/ 12087224 w 12087224"/>
              <a:gd name="connsiteY21" fmla="*/ 1766894 h 6753224"/>
              <a:gd name="connsiteX22" fmla="*/ 12087224 w 12087224"/>
              <a:gd name="connsiteY22" fmla="*/ 4630608 h 6753224"/>
              <a:gd name="connsiteX23" fmla="*/ 7993187 w 12087224"/>
              <a:gd name="connsiteY23" fmla="*/ 4630608 h 6753224"/>
              <a:gd name="connsiteX24" fmla="*/ 3637087 w 12087224"/>
              <a:gd name="connsiteY24" fmla="*/ 1766894 h 6753224"/>
              <a:gd name="connsiteX25" fmla="*/ 7910386 w 12087224"/>
              <a:gd name="connsiteY25" fmla="*/ 1766894 h 6753224"/>
              <a:gd name="connsiteX26" fmla="*/ 7910386 w 12087224"/>
              <a:gd name="connsiteY26" fmla="*/ 4630608 h 6753224"/>
              <a:gd name="connsiteX27" fmla="*/ 3637087 w 12087224"/>
              <a:gd name="connsiteY27" fmla="*/ 4630608 h 6753224"/>
              <a:gd name="connsiteX28" fmla="*/ 0 w 12087224"/>
              <a:gd name="connsiteY28" fmla="*/ 1766894 h 6753224"/>
              <a:gd name="connsiteX29" fmla="*/ 3554287 w 12087224"/>
              <a:gd name="connsiteY29" fmla="*/ 1766894 h 6753224"/>
              <a:gd name="connsiteX30" fmla="*/ 3554287 w 12087224"/>
              <a:gd name="connsiteY30" fmla="*/ 4630608 h 6753224"/>
              <a:gd name="connsiteX31" fmla="*/ 0 w 12087224"/>
              <a:gd name="connsiteY31" fmla="*/ 4630608 h 6753224"/>
              <a:gd name="connsiteX32" fmla="*/ 10477623 w 12087224"/>
              <a:gd name="connsiteY32" fmla="*/ 609725 h 6753224"/>
              <a:gd name="connsiteX33" fmla="*/ 12087224 w 12087224"/>
              <a:gd name="connsiteY33" fmla="*/ 609725 h 6753224"/>
              <a:gd name="connsiteX34" fmla="*/ 12087224 w 12087224"/>
              <a:gd name="connsiteY34" fmla="*/ 1684092 h 6753224"/>
              <a:gd name="connsiteX35" fmla="*/ 10477623 w 12087224"/>
              <a:gd name="connsiteY35" fmla="*/ 1684092 h 6753224"/>
              <a:gd name="connsiteX36" fmla="*/ 0 w 12087224"/>
              <a:gd name="connsiteY36" fmla="*/ 609725 h 6753224"/>
              <a:gd name="connsiteX37" fmla="*/ 10394822 w 12087224"/>
              <a:gd name="connsiteY37" fmla="*/ 609725 h 6753224"/>
              <a:gd name="connsiteX38" fmla="*/ 10394822 w 12087224"/>
              <a:gd name="connsiteY38" fmla="*/ 1684092 h 6753224"/>
              <a:gd name="connsiteX39" fmla="*/ 0 w 12087224"/>
              <a:gd name="connsiteY39" fmla="*/ 1684092 h 6753224"/>
              <a:gd name="connsiteX40" fmla="*/ 0 w 12087224"/>
              <a:gd name="connsiteY40" fmla="*/ 0 h 6753224"/>
              <a:gd name="connsiteX41" fmla="*/ 12087224 w 12087224"/>
              <a:gd name="connsiteY41" fmla="*/ 0 h 6753224"/>
              <a:gd name="connsiteX42" fmla="*/ 12087224 w 12087224"/>
              <a:gd name="connsiteY42" fmla="*/ 526925 h 6753224"/>
              <a:gd name="connsiteX43" fmla="*/ 10477623 w 12087224"/>
              <a:gd name="connsiteY43" fmla="*/ 526925 h 6753224"/>
              <a:gd name="connsiteX44" fmla="*/ 10477623 w 12087224"/>
              <a:gd name="connsiteY44" fmla="*/ 526925 h 6753224"/>
              <a:gd name="connsiteX45" fmla="*/ 10394822 w 12087224"/>
              <a:gd name="connsiteY45" fmla="*/ 526925 h 6753224"/>
              <a:gd name="connsiteX46" fmla="*/ 10394822 w 12087224"/>
              <a:gd name="connsiteY46" fmla="*/ 526925 h 6753224"/>
              <a:gd name="connsiteX47" fmla="*/ 0 w 12087224"/>
              <a:gd name="connsiteY47" fmla="*/ 526925 h 675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087224" h="6753224">
                <a:moveTo>
                  <a:pt x="3457198" y="4713409"/>
                </a:moveTo>
                <a:lnTo>
                  <a:pt x="3554287" y="4713409"/>
                </a:lnTo>
                <a:lnTo>
                  <a:pt x="3554287" y="4713411"/>
                </a:lnTo>
                <a:lnTo>
                  <a:pt x="3637087" y="4713411"/>
                </a:lnTo>
                <a:lnTo>
                  <a:pt x="3637087" y="4713409"/>
                </a:lnTo>
                <a:lnTo>
                  <a:pt x="7910386" y="4713409"/>
                </a:lnTo>
                <a:lnTo>
                  <a:pt x="7910386" y="4713414"/>
                </a:lnTo>
                <a:lnTo>
                  <a:pt x="7993187" y="4713414"/>
                </a:lnTo>
                <a:lnTo>
                  <a:pt x="7993187" y="4713409"/>
                </a:lnTo>
                <a:lnTo>
                  <a:pt x="12087224" y="4713409"/>
                </a:lnTo>
                <a:lnTo>
                  <a:pt x="12087224" y="6753224"/>
                </a:lnTo>
                <a:lnTo>
                  <a:pt x="3457198" y="6753224"/>
                </a:lnTo>
                <a:close/>
                <a:moveTo>
                  <a:pt x="0" y="4713409"/>
                </a:moveTo>
                <a:lnTo>
                  <a:pt x="3374397" y="4713409"/>
                </a:lnTo>
                <a:lnTo>
                  <a:pt x="3374397" y="6753224"/>
                </a:lnTo>
                <a:lnTo>
                  <a:pt x="0" y="6753224"/>
                </a:lnTo>
                <a:close/>
                <a:moveTo>
                  <a:pt x="7993187" y="1766894"/>
                </a:moveTo>
                <a:lnTo>
                  <a:pt x="10394822" y="1766894"/>
                </a:lnTo>
                <a:lnTo>
                  <a:pt x="10394822" y="1766896"/>
                </a:lnTo>
                <a:lnTo>
                  <a:pt x="10477623" y="1766896"/>
                </a:lnTo>
                <a:lnTo>
                  <a:pt x="10477623" y="1766894"/>
                </a:lnTo>
                <a:lnTo>
                  <a:pt x="12087224" y="1766894"/>
                </a:lnTo>
                <a:lnTo>
                  <a:pt x="12087224" y="4630608"/>
                </a:lnTo>
                <a:lnTo>
                  <a:pt x="7993187" y="4630608"/>
                </a:lnTo>
                <a:close/>
                <a:moveTo>
                  <a:pt x="3637087" y="1766894"/>
                </a:moveTo>
                <a:lnTo>
                  <a:pt x="7910386" y="1766894"/>
                </a:lnTo>
                <a:lnTo>
                  <a:pt x="7910386" y="4630608"/>
                </a:lnTo>
                <a:lnTo>
                  <a:pt x="3637087" y="4630608"/>
                </a:lnTo>
                <a:close/>
                <a:moveTo>
                  <a:pt x="0" y="1766894"/>
                </a:moveTo>
                <a:lnTo>
                  <a:pt x="3554287" y="1766894"/>
                </a:lnTo>
                <a:lnTo>
                  <a:pt x="3554287" y="4630608"/>
                </a:lnTo>
                <a:lnTo>
                  <a:pt x="0" y="4630608"/>
                </a:lnTo>
                <a:close/>
                <a:moveTo>
                  <a:pt x="10477623" y="609725"/>
                </a:moveTo>
                <a:lnTo>
                  <a:pt x="12087224" y="609725"/>
                </a:lnTo>
                <a:lnTo>
                  <a:pt x="12087224" y="1684092"/>
                </a:lnTo>
                <a:lnTo>
                  <a:pt x="10477623" y="1684092"/>
                </a:lnTo>
                <a:close/>
                <a:moveTo>
                  <a:pt x="0" y="609725"/>
                </a:moveTo>
                <a:lnTo>
                  <a:pt x="10394822" y="609725"/>
                </a:lnTo>
                <a:lnTo>
                  <a:pt x="10394822" y="1684092"/>
                </a:lnTo>
                <a:lnTo>
                  <a:pt x="0" y="1684092"/>
                </a:lnTo>
                <a:close/>
                <a:moveTo>
                  <a:pt x="0" y="0"/>
                </a:moveTo>
                <a:lnTo>
                  <a:pt x="12087224" y="0"/>
                </a:lnTo>
                <a:lnTo>
                  <a:pt x="12087224" y="526925"/>
                </a:lnTo>
                <a:lnTo>
                  <a:pt x="10477623" y="526925"/>
                </a:lnTo>
                <a:lnTo>
                  <a:pt x="10477623" y="526925"/>
                </a:lnTo>
                <a:lnTo>
                  <a:pt x="10394822" y="526925"/>
                </a:lnTo>
                <a:lnTo>
                  <a:pt x="10394822" y="526925"/>
                </a:lnTo>
                <a:lnTo>
                  <a:pt x="0" y="526925"/>
                </a:lnTo>
                <a:close/>
              </a:path>
            </a:pathLst>
          </a:custGeom>
          <a:gradFill>
            <a:gsLst>
              <a:gs pos="0">
                <a:schemeClr val="tx1">
                  <a:alpha val="90000"/>
                </a:schemeClr>
              </a:gs>
              <a:gs pos="100000">
                <a:schemeClr val="accent6">
                  <a:lumMod val="50000"/>
                  <a:alpha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472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5583A4-B555-F84D-F80D-0970EBF0C8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F88B6EB-E54D-179E-F3F5-EB2C5DD43C83}"/>
              </a:ext>
            </a:extLst>
          </p:cNvPr>
          <p:cNvSpPr/>
          <p:nvPr/>
        </p:nvSpPr>
        <p:spPr>
          <a:xfrm>
            <a:off x="52389" y="52389"/>
            <a:ext cx="12087224" cy="6753224"/>
          </a:xfrm>
          <a:custGeom>
            <a:avLst/>
            <a:gdLst>
              <a:gd name="connsiteX0" fmla="*/ 3457198 w 12087224"/>
              <a:gd name="connsiteY0" fmla="*/ 4713409 h 6753224"/>
              <a:gd name="connsiteX1" fmla="*/ 3554287 w 12087224"/>
              <a:gd name="connsiteY1" fmla="*/ 4713409 h 6753224"/>
              <a:gd name="connsiteX2" fmla="*/ 3554287 w 12087224"/>
              <a:gd name="connsiteY2" fmla="*/ 4713411 h 6753224"/>
              <a:gd name="connsiteX3" fmla="*/ 3637087 w 12087224"/>
              <a:gd name="connsiteY3" fmla="*/ 4713411 h 6753224"/>
              <a:gd name="connsiteX4" fmla="*/ 3637087 w 12087224"/>
              <a:gd name="connsiteY4" fmla="*/ 4713409 h 6753224"/>
              <a:gd name="connsiteX5" fmla="*/ 7910386 w 12087224"/>
              <a:gd name="connsiteY5" fmla="*/ 4713409 h 6753224"/>
              <a:gd name="connsiteX6" fmla="*/ 7910386 w 12087224"/>
              <a:gd name="connsiteY6" fmla="*/ 4713414 h 6753224"/>
              <a:gd name="connsiteX7" fmla="*/ 7993187 w 12087224"/>
              <a:gd name="connsiteY7" fmla="*/ 4713414 h 6753224"/>
              <a:gd name="connsiteX8" fmla="*/ 7993187 w 12087224"/>
              <a:gd name="connsiteY8" fmla="*/ 4713409 h 6753224"/>
              <a:gd name="connsiteX9" fmla="*/ 12087224 w 12087224"/>
              <a:gd name="connsiteY9" fmla="*/ 4713409 h 6753224"/>
              <a:gd name="connsiteX10" fmla="*/ 12087224 w 12087224"/>
              <a:gd name="connsiteY10" fmla="*/ 6753224 h 6753224"/>
              <a:gd name="connsiteX11" fmla="*/ 3457198 w 12087224"/>
              <a:gd name="connsiteY11" fmla="*/ 6753224 h 6753224"/>
              <a:gd name="connsiteX12" fmla="*/ 0 w 12087224"/>
              <a:gd name="connsiteY12" fmla="*/ 4713409 h 6753224"/>
              <a:gd name="connsiteX13" fmla="*/ 3374397 w 12087224"/>
              <a:gd name="connsiteY13" fmla="*/ 4713409 h 6753224"/>
              <a:gd name="connsiteX14" fmla="*/ 3374397 w 12087224"/>
              <a:gd name="connsiteY14" fmla="*/ 6753224 h 6753224"/>
              <a:gd name="connsiteX15" fmla="*/ 0 w 12087224"/>
              <a:gd name="connsiteY15" fmla="*/ 6753224 h 6753224"/>
              <a:gd name="connsiteX16" fmla="*/ 7993187 w 12087224"/>
              <a:gd name="connsiteY16" fmla="*/ 1766894 h 6753224"/>
              <a:gd name="connsiteX17" fmla="*/ 10394822 w 12087224"/>
              <a:gd name="connsiteY17" fmla="*/ 1766894 h 6753224"/>
              <a:gd name="connsiteX18" fmla="*/ 10394822 w 12087224"/>
              <a:gd name="connsiteY18" fmla="*/ 1766896 h 6753224"/>
              <a:gd name="connsiteX19" fmla="*/ 10477623 w 12087224"/>
              <a:gd name="connsiteY19" fmla="*/ 1766896 h 6753224"/>
              <a:gd name="connsiteX20" fmla="*/ 10477623 w 12087224"/>
              <a:gd name="connsiteY20" fmla="*/ 1766894 h 6753224"/>
              <a:gd name="connsiteX21" fmla="*/ 12087224 w 12087224"/>
              <a:gd name="connsiteY21" fmla="*/ 1766894 h 6753224"/>
              <a:gd name="connsiteX22" fmla="*/ 12087224 w 12087224"/>
              <a:gd name="connsiteY22" fmla="*/ 4630608 h 6753224"/>
              <a:gd name="connsiteX23" fmla="*/ 7993187 w 12087224"/>
              <a:gd name="connsiteY23" fmla="*/ 4630608 h 6753224"/>
              <a:gd name="connsiteX24" fmla="*/ 3637087 w 12087224"/>
              <a:gd name="connsiteY24" fmla="*/ 1766894 h 6753224"/>
              <a:gd name="connsiteX25" fmla="*/ 7910386 w 12087224"/>
              <a:gd name="connsiteY25" fmla="*/ 1766894 h 6753224"/>
              <a:gd name="connsiteX26" fmla="*/ 7910386 w 12087224"/>
              <a:gd name="connsiteY26" fmla="*/ 4630608 h 6753224"/>
              <a:gd name="connsiteX27" fmla="*/ 3637087 w 12087224"/>
              <a:gd name="connsiteY27" fmla="*/ 4630608 h 6753224"/>
              <a:gd name="connsiteX28" fmla="*/ 0 w 12087224"/>
              <a:gd name="connsiteY28" fmla="*/ 1766894 h 6753224"/>
              <a:gd name="connsiteX29" fmla="*/ 3554287 w 12087224"/>
              <a:gd name="connsiteY29" fmla="*/ 1766894 h 6753224"/>
              <a:gd name="connsiteX30" fmla="*/ 3554287 w 12087224"/>
              <a:gd name="connsiteY30" fmla="*/ 4630608 h 6753224"/>
              <a:gd name="connsiteX31" fmla="*/ 0 w 12087224"/>
              <a:gd name="connsiteY31" fmla="*/ 4630608 h 6753224"/>
              <a:gd name="connsiteX32" fmla="*/ 10477623 w 12087224"/>
              <a:gd name="connsiteY32" fmla="*/ 609725 h 6753224"/>
              <a:gd name="connsiteX33" fmla="*/ 12087224 w 12087224"/>
              <a:gd name="connsiteY33" fmla="*/ 609725 h 6753224"/>
              <a:gd name="connsiteX34" fmla="*/ 12087224 w 12087224"/>
              <a:gd name="connsiteY34" fmla="*/ 1684092 h 6753224"/>
              <a:gd name="connsiteX35" fmla="*/ 10477623 w 12087224"/>
              <a:gd name="connsiteY35" fmla="*/ 1684092 h 6753224"/>
              <a:gd name="connsiteX36" fmla="*/ 0 w 12087224"/>
              <a:gd name="connsiteY36" fmla="*/ 609725 h 6753224"/>
              <a:gd name="connsiteX37" fmla="*/ 10394822 w 12087224"/>
              <a:gd name="connsiteY37" fmla="*/ 609725 h 6753224"/>
              <a:gd name="connsiteX38" fmla="*/ 10394822 w 12087224"/>
              <a:gd name="connsiteY38" fmla="*/ 1684092 h 6753224"/>
              <a:gd name="connsiteX39" fmla="*/ 0 w 12087224"/>
              <a:gd name="connsiteY39" fmla="*/ 1684092 h 6753224"/>
              <a:gd name="connsiteX40" fmla="*/ 0 w 12087224"/>
              <a:gd name="connsiteY40" fmla="*/ 0 h 6753224"/>
              <a:gd name="connsiteX41" fmla="*/ 12087224 w 12087224"/>
              <a:gd name="connsiteY41" fmla="*/ 0 h 6753224"/>
              <a:gd name="connsiteX42" fmla="*/ 12087224 w 12087224"/>
              <a:gd name="connsiteY42" fmla="*/ 526925 h 6753224"/>
              <a:gd name="connsiteX43" fmla="*/ 10477623 w 12087224"/>
              <a:gd name="connsiteY43" fmla="*/ 526925 h 6753224"/>
              <a:gd name="connsiteX44" fmla="*/ 10477623 w 12087224"/>
              <a:gd name="connsiteY44" fmla="*/ 526925 h 6753224"/>
              <a:gd name="connsiteX45" fmla="*/ 10394822 w 12087224"/>
              <a:gd name="connsiteY45" fmla="*/ 526925 h 6753224"/>
              <a:gd name="connsiteX46" fmla="*/ 10394822 w 12087224"/>
              <a:gd name="connsiteY46" fmla="*/ 526925 h 6753224"/>
              <a:gd name="connsiteX47" fmla="*/ 0 w 12087224"/>
              <a:gd name="connsiteY47" fmla="*/ 526925 h 675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087224" h="6753224">
                <a:moveTo>
                  <a:pt x="3457198" y="4713409"/>
                </a:moveTo>
                <a:lnTo>
                  <a:pt x="3554287" y="4713409"/>
                </a:lnTo>
                <a:lnTo>
                  <a:pt x="3554287" y="4713411"/>
                </a:lnTo>
                <a:lnTo>
                  <a:pt x="3637087" y="4713411"/>
                </a:lnTo>
                <a:lnTo>
                  <a:pt x="3637087" y="4713409"/>
                </a:lnTo>
                <a:lnTo>
                  <a:pt x="7910386" y="4713409"/>
                </a:lnTo>
                <a:lnTo>
                  <a:pt x="7910386" y="4713414"/>
                </a:lnTo>
                <a:lnTo>
                  <a:pt x="7993187" y="4713414"/>
                </a:lnTo>
                <a:lnTo>
                  <a:pt x="7993187" y="4713409"/>
                </a:lnTo>
                <a:lnTo>
                  <a:pt x="12087224" y="4713409"/>
                </a:lnTo>
                <a:lnTo>
                  <a:pt x="12087224" y="6753224"/>
                </a:lnTo>
                <a:lnTo>
                  <a:pt x="3457198" y="6753224"/>
                </a:lnTo>
                <a:close/>
                <a:moveTo>
                  <a:pt x="0" y="4713409"/>
                </a:moveTo>
                <a:lnTo>
                  <a:pt x="3374397" y="4713409"/>
                </a:lnTo>
                <a:lnTo>
                  <a:pt x="3374397" y="6753224"/>
                </a:lnTo>
                <a:lnTo>
                  <a:pt x="0" y="6753224"/>
                </a:lnTo>
                <a:close/>
                <a:moveTo>
                  <a:pt x="7993187" y="1766894"/>
                </a:moveTo>
                <a:lnTo>
                  <a:pt x="10394822" y="1766894"/>
                </a:lnTo>
                <a:lnTo>
                  <a:pt x="10394822" y="1766896"/>
                </a:lnTo>
                <a:lnTo>
                  <a:pt x="10477623" y="1766896"/>
                </a:lnTo>
                <a:lnTo>
                  <a:pt x="10477623" y="1766894"/>
                </a:lnTo>
                <a:lnTo>
                  <a:pt x="12087224" y="1766894"/>
                </a:lnTo>
                <a:lnTo>
                  <a:pt x="12087224" y="4630608"/>
                </a:lnTo>
                <a:lnTo>
                  <a:pt x="7993187" y="4630608"/>
                </a:lnTo>
                <a:close/>
                <a:moveTo>
                  <a:pt x="3637087" y="1766894"/>
                </a:moveTo>
                <a:lnTo>
                  <a:pt x="7910386" y="1766894"/>
                </a:lnTo>
                <a:lnTo>
                  <a:pt x="7910386" y="4630608"/>
                </a:lnTo>
                <a:lnTo>
                  <a:pt x="3637087" y="4630608"/>
                </a:lnTo>
                <a:close/>
                <a:moveTo>
                  <a:pt x="0" y="1766894"/>
                </a:moveTo>
                <a:lnTo>
                  <a:pt x="3554287" y="1766894"/>
                </a:lnTo>
                <a:lnTo>
                  <a:pt x="3554287" y="4630608"/>
                </a:lnTo>
                <a:lnTo>
                  <a:pt x="0" y="4630608"/>
                </a:lnTo>
                <a:close/>
                <a:moveTo>
                  <a:pt x="10477623" y="609725"/>
                </a:moveTo>
                <a:lnTo>
                  <a:pt x="12087224" y="609725"/>
                </a:lnTo>
                <a:lnTo>
                  <a:pt x="12087224" y="1684092"/>
                </a:lnTo>
                <a:lnTo>
                  <a:pt x="10477623" y="1684092"/>
                </a:lnTo>
                <a:close/>
                <a:moveTo>
                  <a:pt x="0" y="609725"/>
                </a:moveTo>
                <a:lnTo>
                  <a:pt x="10394822" y="609725"/>
                </a:lnTo>
                <a:lnTo>
                  <a:pt x="10394822" y="1684092"/>
                </a:lnTo>
                <a:lnTo>
                  <a:pt x="0" y="1684092"/>
                </a:lnTo>
                <a:close/>
                <a:moveTo>
                  <a:pt x="0" y="0"/>
                </a:moveTo>
                <a:lnTo>
                  <a:pt x="12087224" y="0"/>
                </a:lnTo>
                <a:lnTo>
                  <a:pt x="12087224" y="526925"/>
                </a:lnTo>
                <a:lnTo>
                  <a:pt x="10477623" y="526925"/>
                </a:lnTo>
                <a:lnTo>
                  <a:pt x="10477623" y="526925"/>
                </a:lnTo>
                <a:lnTo>
                  <a:pt x="10394822" y="526925"/>
                </a:lnTo>
                <a:lnTo>
                  <a:pt x="10394822" y="526925"/>
                </a:lnTo>
                <a:lnTo>
                  <a:pt x="0" y="526925"/>
                </a:lnTo>
                <a:close/>
              </a:path>
            </a:pathLst>
          </a:cu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accent1">
                  <a:lumMod val="75000"/>
                  <a:alpha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904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CDD9C7-0EB9-6B66-ED1B-1DB25369C6B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87" y="0"/>
            <a:ext cx="12139613" cy="6858000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F88B6EB-E54D-179E-F3F5-EB2C5DD43C83}"/>
              </a:ext>
            </a:extLst>
          </p:cNvPr>
          <p:cNvSpPr/>
          <p:nvPr/>
        </p:nvSpPr>
        <p:spPr>
          <a:xfrm>
            <a:off x="52389" y="52389"/>
            <a:ext cx="12087224" cy="6753224"/>
          </a:xfrm>
          <a:custGeom>
            <a:avLst/>
            <a:gdLst>
              <a:gd name="connsiteX0" fmla="*/ 3457198 w 12087224"/>
              <a:gd name="connsiteY0" fmla="*/ 4713409 h 6753224"/>
              <a:gd name="connsiteX1" fmla="*/ 3554287 w 12087224"/>
              <a:gd name="connsiteY1" fmla="*/ 4713409 h 6753224"/>
              <a:gd name="connsiteX2" fmla="*/ 3554287 w 12087224"/>
              <a:gd name="connsiteY2" fmla="*/ 4713411 h 6753224"/>
              <a:gd name="connsiteX3" fmla="*/ 3637087 w 12087224"/>
              <a:gd name="connsiteY3" fmla="*/ 4713411 h 6753224"/>
              <a:gd name="connsiteX4" fmla="*/ 3637087 w 12087224"/>
              <a:gd name="connsiteY4" fmla="*/ 4713409 h 6753224"/>
              <a:gd name="connsiteX5" fmla="*/ 7910386 w 12087224"/>
              <a:gd name="connsiteY5" fmla="*/ 4713409 h 6753224"/>
              <a:gd name="connsiteX6" fmla="*/ 7910386 w 12087224"/>
              <a:gd name="connsiteY6" fmla="*/ 4713414 h 6753224"/>
              <a:gd name="connsiteX7" fmla="*/ 7993187 w 12087224"/>
              <a:gd name="connsiteY7" fmla="*/ 4713414 h 6753224"/>
              <a:gd name="connsiteX8" fmla="*/ 7993187 w 12087224"/>
              <a:gd name="connsiteY8" fmla="*/ 4713409 h 6753224"/>
              <a:gd name="connsiteX9" fmla="*/ 12087224 w 12087224"/>
              <a:gd name="connsiteY9" fmla="*/ 4713409 h 6753224"/>
              <a:gd name="connsiteX10" fmla="*/ 12087224 w 12087224"/>
              <a:gd name="connsiteY10" fmla="*/ 6753224 h 6753224"/>
              <a:gd name="connsiteX11" fmla="*/ 3457198 w 12087224"/>
              <a:gd name="connsiteY11" fmla="*/ 6753224 h 6753224"/>
              <a:gd name="connsiteX12" fmla="*/ 0 w 12087224"/>
              <a:gd name="connsiteY12" fmla="*/ 4713409 h 6753224"/>
              <a:gd name="connsiteX13" fmla="*/ 3374397 w 12087224"/>
              <a:gd name="connsiteY13" fmla="*/ 4713409 h 6753224"/>
              <a:gd name="connsiteX14" fmla="*/ 3374397 w 12087224"/>
              <a:gd name="connsiteY14" fmla="*/ 6753224 h 6753224"/>
              <a:gd name="connsiteX15" fmla="*/ 0 w 12087224"/>
              <a:gd name="connsiteY15" fmla="*/ 6753224 h 6753224"/>
              <a:gd name="connsiteX16" fmla="*/ 7993187 w 12087224"/>
              <a:gd name="connsiteY16" fmla="*/ 1766894 h 6753224"/>
              <a:gd name="connsiteX17" fmla="*/ 10394822 w 12087224"/>
              <a:gd name="connsiteY17" fmla="*/ 1766894 h 6753224"/>
              <a:gd name="connsiteX18" fmla="*/ 10394822 w 12087224"/>
              <a:gd name="connsiteY18" fmla="*/ 1766896 h 6753224"/>
              <a:gd name="connsiteX19" fmla="*/ 10477623 w 12087224"/>
              <a:gd name="connsiteY19" fmla="*/ 1766896 h 6753224"/>
              <a:gd name="connsiteX20" fmla="*/ 10477623 w 12087224"/>
              <a:gd name="connsiteY20" fmla="*/ 1766894 h 6753224"/>
              <a:gd name="connsiteX21" fmla="*/ 12087224 w 12087224"/>
              <a:gd name="connsiteY21" fmla="*/ 1766894 h 6753224"/>
              <a:gd name="connsiteX22" fmla="*/ 12087224 w 12087224"/>
              <a:gd name="connsiteY22" fmla="*/ 4630608 h 6753224"/>
              <a:gd name="connsiteX23" fmla="*/ 7993187 w 12087224"/>
              <a:gd name="connsiteY23" fmla="*/ 4630608 h 6753224"/>
              <a:gd name="connsiteX24" fmla="*/ 3637087 w 12087224"/>
              <a:gd name="connsiteY24" fmla="*/ 1766894 h 6753224"/>
              <a:gd name="connsiteX25" fmla="*/ 7910386 w 12087224"/>
              <a:gd name="connsiteY25" fmla="*/ 1766894 h 6753224"/>
              <a:gd name="connsiteX26" fmla="*/ 7910386 w 12087224"/>
              <a:gd name="connsiteY26" fmla="*/ 4630608 h 6753224"/>
              <a:gd name="connsiteX27" fmla="*/ 3637087 w 12087224"/>
              <a:gd name="connsiteY27" fmla="*/ 4630608 h 6753224"/>
              <a:gd name="connsiteX28" fmla="*/ 0 w 12087224"/>
              <a:gd name="connsiteY28" fmla="*/ 1766894 h 6753224"/>
              <a:gd name="connsiteX29" fmla="*/ 3554287 w 12087224"/>
              <a:gd name="connsiteY29" fmla="*/ 1766894 h 6753224"/>
              <a:gd name="connsiteX30" fmla="*/ 3554287 w 12087224"/>
              <a:gd name="connsiteY30" fmla="*/ 4630608 h 6753224"/>
              <a:gd name="connsiteX31" fmla="*/ 0 w 12087224"/>
              <a:gd name="connsiteY31" fmla="*/ 4630608 h 6753224"/>
              <a:gd name="connsiteX32" fmla="*/ 10477623 w 12087224"/>
              <a:gd name="connsiteY32" fmla="*/ 609725 h 6753224"/>
              <a:gd name="connsiteX33" fmla="*/ 12087224 w 12087224"/>
              <a:gd name="connsiteY33" fmla="*/ 609725 h 6753224"/>
              <a:gd name="connsiteX34" fmla="*/ 12087224 w 12087224"/>
              <a:gd name="connsiteY34" fmla="*/ 1684092 h 6753224"/>
              <a:gd name="connsiteX35" fmla="*/ 10477623 w 12087224"/>
              <a:gd name="connsiteY35" fmla="*/ 1684092 h 6753224"/>
              <a:gd name="connsiteX36" fmla="*/ 0 w 12087224"/>
              <a:gd name="connsiteY36" fmla="*/ 609725 h 6753224"/>
              <a:gd name="connsiteX37" fmla="*/ 10394822 w 12087224"/>
              <a:gd name="connsiteY37" fmla="*/ 609725 h 6753224"/>
              <a:gd name="connsiteX38" fmla="*/ 10394822 w 12087224"/>
              <a:gd name="connsiteY38" fmla="*/ 1684092 h 6753224"/>
              <a:gd name="connsiteX39" fmla="*/ 0 w 12087224"/>
              <a:gd name="connsiteY39" fmla="*/ 1684092 h 6753224"/>
              <a:gd name="connsiteX40" fmla="*/ 0 w 12087224"/>
              <a:gd name="connsiteY40" fmla="*/ 0 h 6753224"/>
              <a:gd name="connsiteX41" fmla="*/ 12087224 w 12087224"/>
              <a:gd name="connsiteY41" fmla="*/ 0 h 6753224"/>
              <a:gd name="connsiteX42" fmla="*/ 12087224 w 12087224"/>
              <a:gd name="connsiteY42" fmla="*/ 526925 h 6753224"/>
              <a:gd name="connsiteX43" fmla="*/ 10477623 w 12087224"/>
              <a:gd name="connsiteY43" fmla="*/ 526925 h 6753224"/>
              <a:gd name="connsiteX44" fmla="*/ 10477623 w 12087224"/>
              <a:gd name="connsiteY44" fmla="*/ 526925 h 6753224"/>
              <a:gd name="connsiteX45" fmla="*/ 10394822 w 12087224"/>
              <a:gd name="connsiteY45" fmla="*/ 526925 h 6753224"/>
              <a:gd name="connsiteX46" fmla="*/ 10394822 w 12087224"/>
              <a:gd name="connsiteY46" fmla="*/ 526925 h 6753224"/>
              <a:gd name="connsiteX47" fmla="*/ 0 w 12087224"/>
              <a:gd name="connsiteY47" fmla="*/ 526925 h 675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087224" h="6753224">
                <a:moveTo>
                  <a:pt x="3457198" y="4713409"/>
                </a:moveTo>
                <a:lnTo>
                  <a:pt x="3554287" y="4713409"/>
                </a:lnTo>
                <a:lnTo>
                  <a:pt x="3554287" y="4713411"/>
                </a:lnTo>
                <a:lnTo>
                  <a:pt x="3637087" y="4713411"/>
                </a:lnTo>
                <a:lnTo>
                  <a:pt x="3637087" y="4713409"/>
                </a:lnTo>
                <a:lnTo>
                  <a:pt x="7910386" y="4713409"/>
                </a:lnTo>
                <a:lnTo>
                  <a:pt x="7910386" y="4713414"/>
                </a:lnTo>
                <a:lnTo>
                  <a:pt x="7993187" y="4713414"/>
                </a:lnTo>
                <a:lnTo>
                  <a:pt x="7993187" y="4713409"/>
                </a:lnTo>
                <a:lnTo>
                  <a:pt x="12087224" y="4713409"/>
                </a:lnTo>
                <a:lnTo>
                  <a:pt x="12087224" y="6753224"/>
                </a:lnTo>
                <a:lnTo>
                  <a:pt x="3457198" y="6753224"/>
                </a:lnTo>
                <a:close/>
                <a:moveTo>
                  <a:pt x="0" y="4713409"/>
                </a:moveTo>
                <a:lnTo>
                  <a:pt x="3374397" y="4713409"/>
                </a:lnTo>
                <a:lnTo>
                  <a:pt x="3374397" y="6753224"/>
                </a:lnTo>
                <a:lnTo>
                  <a:pt x="0" y="6753224"/>
                </a:lnTo>
                <a:close/>
                <a:moveTo>
                  <a:pt x="7993187" y="1766894"/>
                </a:moveTo>
                <a:lnTo>
                  <a:pt x="10394822" y="1766894"/>
                </a:lnTo>
                <a:lnTo>
                  <a:pt x="10394822" y="1766896"/>
                </a:lnTo>
                <a:lnTo>
                  <a:pt x="10477623" y="1766896"/>
                </a:lnTo>
                <a:lnTo>
                  <a:pt x="10477623" y="1766894"/>
                </a:lnTo>
                <a:lnTo>
                  <a:pt x="12087224" y="1766894"/>
                </a:lnTo>
                <a:lnTo>
                  <a:pt x="12087224" y="4630608"/>
                </a:lnTo>
                <a:lnTo>
                  <a:pt x="7993187" y="4630608"/>
                </a:lnTo>
                <a:close/>
                <a:moveTo>
                  <a:pt x="3637087" y="1766894"/>
                </a:moveTo>
                <a:lnTo>
                  <a:pt x="7910386" y="1766894"/>
                </a:lnTo>
                <a:lnTo>
                  <a:pt x="7910386" y="4630608"/>
                </a:lnTo>
                <a:lnTo>
                  <a:pt x="3637087" y="4630608"/>
                </a:lnTo>
                <a:close/>
                <a:moveTo>
                  <a:pt x="0" y="1766894"/>
                </a:moveTo>
                <a:lnTo>
                  <a:pt x="3554287" y="1766894"/>
                </a:lnTo>
                <a:lnTo>
                  <a:pt x="3554287" y="4630608"/>
                </a:lnTo>
                <a:lnTo>
                  <a:pt x="0" y="4630608"/>
                </a:lnTo>
                <a:close/>
                <a:moveTo>
                  <a:pt x="10477623" y="609725"/>
                </a:moveTo>
                <a:lnTo>
                  <a:pt x="12087224" y="609725"/>
                </a:lnTo>
                <a:lnTo>
                  <a:pt x="12087224" y="1684092"/>
                </a:lnTo>
                <a:lnTo>
                  <a:pt x="10477623" y="1684092"/>
                </a:lnTo>
                <a:close/>
                <a:moveTo>
                  <a:pt x="0" y="609725"/>
                </a:moveTo>
                <a:lnTo>
                  <a:pt x="10394822" y="609725"/>
                </a:lnTo>
                <a:lnTo>
                  <a:pt x="10394822" y="1684092"/>
                </a:lnTo>
                <a:lnTo>
                  <a:pt x="0" y="1684092"/>
                </a:lnTo>
                <a:close/>
                <a:moveTo>
                  <a:pt x="0" y="0"/>
                </a:moveTo>
                <a:lnTo>
                  <a:pt x="12087224" y="0"/>
                </a:lnTo>
                <a:lnTo>
                  <a:pt x="12087224" y="526925"/>
                </a:lnTo>
                <a:lnTo>
                  <a:pt x="10477623" y="526925"/>
                </a:lnTo>
                <a:lnTo>
                  <a:pt x="10477623" y="526925"/>
                </a:lnTo>
                <a:lnTo>
                  <a:pt x="10394822" y="526925"/>
                </a:lnTo>
                <a:lnTo>
                  <a:pt x="10394822" y="526925"/>
                </a:lnTo>
                <a:lnTo>
                  <a:pt x="0" y="526925"/>
                </a:lnTo>
                <a:close/>
              </a:path>
            </a:pathLst>
          </a:cu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accent1">
                  <a:lumMod val="75000"/>
                  <a:alpha val="8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683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5583A4-B555-F84D-F80D-0970EBF0C8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>
              <a:lumMod val="75000"/>
              <a:alpha val="80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F88B6EB-E54D-179E-F3F5-EB2C5DD43C83}"/>
              </a:ext>
            </a:extLst>
          </p:cNvPr>
          <p:cNvSpPr/>
          <p:nvPr/>
        </p:nvSpPr>
        <p:spPr>
          <a:xfrm>
            <a:off x="52388" y="52388"/>
            <a:ext cx="12087224" cy="6753224"/>
          </a:xfrm>
          <a:custGeom>
            <a:avLst/>
            <a:gdLst>
              <a:gd name="connsiteX0" fmla="*/ 3457198 w 12087224"/>
              <a:gd name="connsiteY0" fmla="*/ 4713409 h 6753224"/>
              <a:gd name="connsiteX1" fmla="*/ 3554287 w 12087224"/>
              <a:gd name="connsiteY1" fmla="*/ 4713409 h 6753224"/>
              <a:gd name="connsiteX2" fmla="*/ 3554287 w 12087224"/>
              <a:gd name="connsiteY2" fmla="*/ 4713411 h 6753224"/>
              <a:gd name="connsiteX3" fmla="*/ 3637087 w 12087224"/>
              <a:gd name="connsiteY3" fmla="*/ 4713411 h 6753224"/>
              <a:gd name="connsiteX4" fmla="*/ 3637087 w 12087224"/>
              <a:gd name="connsiteY4" fmla="*/ 4713409 h 6753224"/>
              <a:gd name="connsiteX5" fmla="*/ 7910386 w 12087224"/>
              <a:gd name="connsiteY5" fmla="*/ 4713409 h 6753224"/>
              <a:gd name="connsiteX6" fmla="*/ 7910386 w 12087224"/>
              <a:gd name="connsiteY6" fmla="*/ 4713414 h 6753224"/>
              <a:gd name="connsiteX7" fmla="*/ 7993187 w 12087224"/>
              <a:gd name="connsiteY7" fmla="*/ 4713414 h 6753224"/>
              <a:gd name="connsiteX8" fmla="*/ 7993187 w 12087224"/>
              <a:gd name="connsiteY8" fmla="*/ 4713409 h 6753224"/>
              <a:gd name="connsiteX9" fmla="*/ 12087224 w 12087224"/>
              <a:gd name="connsiteY9" fmla="*/ 4713409 h 6753224"/>
              <a:gd name="connsiteX10" fmla="*/ 12087224 w 12087224"/>
              <a:gd name="connsiteY10" fmla="*/ 6753224 h 6753224"/>
              <a:gd name="connsiteX11" fmla="*/ 3457198 w 12087224"/>
              <a:gd name="connsiteY11" fmla="*/ 6753224 h 6753224"/>
              <a:gd name="connsiteX12" fmla="*/ 0 w 12087224"/>
              <a:gd name="connsiteY12" fmla="*/ 4713409 h 6753224"/>
              <a:gd name="connsiteX13" fmla="*/ 3374397 w 12087224"/>
              <a:gd name="connsiteY13" fmla="*/ 4713409 h 6753224"/>
              <a:gd name="connsiteX14" fmla="*/ 3374397 w 12087224"/>
              <a:gd name="connsiteY14" fmla="*/ 6753224 h 6753224"/>
              <a:gd name="connsiteX15" fmla="*/ 0 w 12087224"/>
              <a:gd name="connsiteY15" fmla="*/ 6753224 h 6753224"/>
              <a:gd name="connsiteX16" fmla="*/ 7993187 w 12087224"/>
              <a:gd name="connsiteY16" fmla="*/ 1766894 h 6753224"/>
              <a:gd name="connsiteX17" fmla="*/ 10394822 w 12087224"/>
              <a:gd name="connsiteY17" fmla="*/ 1766894 h 6753224"/>
              <a:gd name="connsiteX18" fmla="*/ 10394822 w 12087224"/>
              <a:gd name="connsiteY18" fmla="*/ 1766896 h 6753224"/>
              <a:gd name="connsiteX19" fmla="*/ 10477623 w 12087224"/>
              <a:gd name="connsiteY19" fmla="*/ 1766896 h 6753224"/>
              <a:gd name="connsiteX20" fmla="*/ 10477623 w 12087224"/>
              <a:gd name="connsiteY20" fmla="*/ 1766894 h 6753224"/>
              <a:gd name="connsiteX21" fmla="*/ 12087224 w 12087224"/>
              <a:gd name="connsiteY21" fmla="*/ 1766894 h 6753224"/>
              <a:gd name="connsiteX22" fmla="*/ 12087224 w 12087224"/>
              <a:gd name="connsiteY22" fmla="*/ 4630608 h 6753224"/>
              <a:gd name="connsiteX23" fmla="*/ 7993187 w 12087224"/>
              <a:gd name="connsiteY23" fmla="*/ 4630608 h 6753224"/>
              <a:gd name="connsiteX24" fmla="*/ 3637087 w 12087224"/>
              <a:gd name="connsiteY24" fmla="*/ 1766894 h 6753224"/>
              <a:gd name="connsiteX25" fmla="*/ 7910386 w 12087224"/>
              <a:gd name="connsiteY25" fmla="*/ 1766894 h 6753224"/>
              <a:gd name="connsiteX26" fmla="*/ 7910386 w 12087224"/>
              <a:gd name="connsiteY26" fmla="*/ 4630608 h 6753224"/>
              <a:gd name="connsiteX27" fmla="*/ 3637087 w 12087224"/>
              <a:gd name="connsiteY27" fmla="*/ 4630608 h 6753224"/>
              <a:gd name="connsiteX28" fmla="*/ 0 w 12087224"/>
              <a:gd name="connsiteY28" fmla="*/ 1766894 h 6753224"/>
              <a:gd name="connsiteX29" fmla="*/ 3554287 w 12087224"/>
              <a:gd name="connsiteY29" fmla="*/ 1766894 h 6753224"/>
              <a:gd name="connsiteX30" fmla="*/ 3554287 w 12087224"/>
              <a:gd name="connsiteY30" fmla="*/ 4630608 h 6753224"/>
              <a:gd name="connsiteX31" fmla="*/ 0 w 12087224"/>
              <a:gd name="connsiteY31" fmla="*/ 4630608 h 6753224"/>
              <a:gd name="connsiteX32" fmla="*/ 10477623 w 12087224"/>
              <a:gd name="connsiteY32" fmla="*/ 609725 h 6753224"/>
              <a:gd name="connsiteX33" fmla="*/ 12087224 w 12087224"/>
              <a:gd name="connsiteY33" fmla="*/ 609725 h 6753224"/>
              <a:gd name="connsiteX34" fmla="*/ 12087224 w 12087224"/>
              <a:gd name="connsiteY34" fmla="*/ 1684092 h 6753224"/>
              <a:gd name="connsiteX35" fmla="*/ 10477623 w 12087224"/>
              <a:gd name="connsiteY35" fmla="*/ 1684092 h 6753224"/>
              <a:gd name="connsiteX36" fmla="*/ 0 w 12087224"/>
              <a:gd name="connsiteY36" fmla="*/ 609725 h 6753224"/>
              <a:gd name="connsiteX37" fmla="*/ 10394822 w 12087224"/>
              <a:gd name="connsiteY37" fmla="*/ 609725 h 6753224"/>
              <a:gd name="connsiteX38" fmla="*/ 10394822 w 12087224"/>
              <a:gd name="connsiteY38" fmla="*/ 1684092 h 6753224"/>
              <a:gd name="connsiteX39" fmla="*/ 0 w 12087224"/>
              <a:gd name="connsiteY39" fmla="*/ 1684092 h 6753224"/>
              <a:gd name="connsiteX40" fmla="*/ 0 w 12087224"/>
              <a:gd name="connsiteY40" fmla="*/ 0 h 6753224"/>
              <a:gd name="connsiteX41" fmla="*/ 12087224 w 12087224"/>
              <a:gd name="connsiteY41" fmla="*/ 0 h 6753224"/>
              <a:gd name="connsiteX42" fmla="*/ 12087224 w 12087224"/>
              <a:gd name="connsiteY42" fmla="*/ 526925 h 6753224"/>
              <a:gd name="connsiteX43" fmla="*/ 10477623 w 12087224"/>
              <a:gd name="connsiteY43" fmla="*/ 526925 h 6753224"/>
              <a:gd name="connsiteX44" fmla="*/ 10477623 w 12087224"/>
              <a:gd name="connsiteY44" fmla="*/ 526925 h 6753224"/>
              <a:gd name="connsiteX45" fmla="*/ 10394822 w 12087224"/>
              <a:gd name="connsiteY45" fmla="*/ 526925 h 6753224"/>
              <a:gd name="connsiteX46" fmla="*/ 10394822 w 12087224"/>
              <a:gd name="connsiteY46" fmla="*/ 526925 h 6753224"/>
              <a:gd name="connsiteX47" fmla="*/ 0 w 12087224"/>
              <a:gd name="connsiteY47" fmla="*/ 526925 h 675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087224" h="6753224">
                <a:moveTo>
                  <a:pt x="3457198" y="4713409"/>
                </a:moveTo>
                <a:lnTo>
                  <a:pt x="3554287" y="4713409"/>
                </a:lnTo>
                <a:lnTo>
                  <a:pt x="3554287" y="4713411"/>
                </a:lnTo>
                <a:lnTo>
                  <a:pt x="3637087" y="4713411"/>
                </a:lnTo>
                <a:lnTo>
                  <a:pt x="3637087" y="4713409"/>
                </a:lnTo>
                <a:lnTo>
                  <a:pt x="7910386" y="4713409"/>
                </a:lnTo>
                <a:lnTo>
                  <a:pt x="7910386" y="4713414"/>
                </a:lnTo>
                <a:lnTo>
                  <a:pt x="7993187" y="4713414"/>
                </a:lnTo>
                <a:lnTo>
                  <a:pt x="7993187" y="4713409"/>
                </a:lnTo>
                <a:lnTo>
                  <a:pt x="12087224" y="4713409"/>
                </a:lnTo>
                <a:lnTo>
                  <a:pt x="12087224" y="6753224"/>
                </a:lnTo>
                <a:lnTo>
                  <a:pt x="3457198" y="6753224"/>
                </a:lnTo>
                <a:close/>
                <a:moveTo>
                  <a:pt x="0" y="4713409"/>
                </a:moveTo>
                <a:lnTo>
                  <a:pt x="3374397" y="4713409"/>
                </a:lnTo>
                <a:lnTo>
                  <a:pt x="3374397" y="6753224"/>
                </a:lnTo>
                <a:lnTo>
                  <a:pt x="0" y="6753224"/>
                </a:lnTo>
                <a:close/>
                <a:moveTo>
                  <a:pt x="7993187" y="1766894"/>
                </a:moveTo>
                <a:lnTo>
                  <a:pt x="10394822" y="1766894"/>
                </a:lnTo>
                <a:lnTo>
                  <a:pt x="10394822" y="1766896"/>
                </a:lnTo>
                <a:lnTo>
                  <a:pt x="10477623" y="1766896"/>
                </a:lnTo>
                <a:lnTo>
                  <a:pt x="10477623" y="1766894"/>
                </a:lnTo>
                <a:lnTo>
                  <a:pt x="12087224" y="1766894"/>
                </a:lnTo>
                <a:lnTo>
                  <a:pt x="12087224" y="4630608"/>
                </a:lnTo>
                <a:lnTo>
                  <a:pt x="7993187" y="4630608"/>
                </a:lnTo>
                <a:close/>
                <a:moveTo>
                  <a:pt x="3637087" y="1766894"/>
                </a:moveTo>
                <a:lnTo>
                  <a:pt x="7910386" y="1766894"/>
                </a:lnTo>
                <a:lnTo>
                  <a:pt x="7910386" y="4630608"/>
                </a:lnTo>
                <a:lnTo>
                  <a:pt x="3637087" y="4630608"/>
                </a:lnTo>
                <a:close/>
                <a:moveTo>
                  <a:pt x="0" y="1766894"/>
                </a:moveTo>
                <a:lnTo>
                  <a:pt x="3554287" y="1766894"/>
                </a:lnTo>
                <a:lnTo>
                  <a:pt x="3554287" y="4630608"/>
                </a:lnTo>
                <a:lnTo>
                  <a:pt x="0" y="4630608"/>
                </a:lnTo>
                <a:close/>
                <a:moveTo>
                  <a:pt x="10477623" y="609725"/>
                </a:moveTo>
                <a:lnTo>
                  <a:pt x="12087224" y="609725"/>
                </a:lnTo>
                <a:lnTo>
                  <a:pt x="12087224" y="1684092"/>
                </a:lnTo>
                <a:lnTo>
                  <a:pt x="10477623" y="1684092"/>
                </a:lnTo>
                <a:close/>
                <a:moveTo>
                  <a:pt x="0" y="609725"/>
                </a:moveTo>
                <a:lnTo>
                  <a:pt x="10394822" y="609725"/>
                </a:lnTo>
                <a:lnTo>
                  <a:pt x="10394822" y="1684092"/>
                </a:lnTo>
                <a:lnTo>
                  <a:pt x="0" y="1684092"/>
                </a:lnTo>
                <a:close/>
                <a:moveTo>
                  <a:pt x="0" y="0"/>
                </a:moveTo>
                <a:lnTo>
                  <a:pt x="12087224" y="0"/>
                </a:lnTo>
                <a:lnTo>
                  <a:pt x="12087224" y="526925"/>
                </a:lnTo>
                <a:lnTo>
                  <a:pt x="10477623" y="526925"/>
                </a:lnTo>
                <a:lnTo>
                  <a:pt x="10477623" y="526925"/>
                </a:lnTo>
                <a:lnTo>
                  <a:pt x="10394822" y="526925"/>
                </a:lnTo>
                <a:lnTo>
                  <a:pt x="10394822" y="526925"/>
                </a:lnTo>
                <a:lnTo>
                  <a:pt x="0" y="526925"/>
                </a:lnTo>
                <a:close/>
              </a:path>
            </a:pathLst>
          </a:cu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accent2">
                  <a:lumMod val="50000"/>
                  <a:alpha val="8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03079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5583A4-B555-F84D-F80D-0970EBF0C8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tx1">
                  <a:alpha val="80000"/>
                </a:schemeClr>
              </a:gs>
              <a:gs pos="100000">
                <a:schemeClr val="accent2">
                  <a:lumMod val="50000"/>
                  <a:alpha val="80000"/>
                </a:schemeClr>
              </a:gs>
            </a:gsLst>
            <a:lin ang="10800000" scaled="0"/>
          </a:gra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F88B6EB-E54D-179E-F3F5-EB2C5DD43C83}"/>
              </a:ext>
            </a:extLst>
          </p:cNvPr>
          <p:cNvSpPr/>
          <p:nvPr/>
        </p:nvSpPr>
        <p:spPr>
          <a:xfrm>
            <a:off x="52388" y="52388"/>
            <a:ext cx="12087224" cy="6753224"/>
          </a:xfrm>
          <a:custGeom>
            <a:avLst/>
            <a:gdLst>
              <a:gd name="connsiteX0" fmla="*/ 3457198 w 12087224"/>
              <a:gd name="connsiteY0" fmla="*/ 4713409 h 6753224"/>
              <a:gd name="connsiteX1" fmla="*/ 3554287 w 12087224"/>
              <a:gd name="connsiteY1" fmla="*/ 4713409 h 6753224"/>
              <a:gd name="connsiteX2" fmla="*/ 3554287 w 12087224"/>
              <a:gd name="connsiteY2" fmla="*/ 4713411 h 6753224"/>
              <a:gd name="connsiteX3" fmla="*/ 3637087 w 12087224"/>
              <a:gd name="connsiteY3" fmla="*/ 4713411 h 6753224"/>
              <a:gd name="connsiteX4" fmla="*/ 3637087 w 12087224"/>
              <a:gd name="connsiteY4" fmla="*/ 4713409 h 6753224"/>
              <a:gd name="connsiteX5" fmla="*/ 7910386 w 12087224"/>
              <a:gd name="connsiteY5" fmla="*/ 4713409 h 6753224"/>
              <a:gd name="connsiteX6" fmla="*/ 7910386 w 12087224"/>
              <a:gd name="connsiteY6" fmla="*/ 4713414 h 6753224"/>
              <a:gd name="connsiteX7" fmla="*/ 7993187 w 12087224"/>
              <a:gd name="connsiteY7" fmla="*/ 4713414 h 6753224"/>
              <a:gd name="connsiteX8" fmla="*/ 7993187 w 12087224"/>
              <a:gd name="connsiteY8" fmla="*/ 4713409 h 6753224"/>
              <a:gd name="connsiteX9" fmla="*/ 12087224 w 12087224"/>
              <a:gd name="connsiteY9" fmla="*/ 4713409 h 6753224"/>
              <a:gd name="connsiteX10" fmla="*/ 12087224 w 12087224"/>
              <a:gd name="connsiteY10" fmla="*/ 6753224 h 6753224"/>
              <a:gd name="connsiteX11" fmla="*/ 3457198 w 12087224"/>
              <a:gd name="connsiteY11" fmla="*/ 6753224 h 6753224"/>
              <a:gd name="connsiteX12" fmla="*/ 0 w 12087224"/>
              <a:gd name="connsiteY12" fmla="*/ 4713409 h 6753224"/>
              <a:gd name="connsiteX13" fmla="*/ 3374397 w 12087224"/>
              <a:gd name="connsiteY13" fmla="*/ 4713409 h 6753224"/>
              <a:gd name="connsiteX14" fmla="*/ 3374397 w 12087224"/>
              <a:gd name="connsiteY14" fmla="*/ 6753224 h 6753224"/>
              <a:gd name="connsiteX15" fmla="*/ 0 w 12087224"/>
              <a:gd name="connsiteY15" fmla="*/ 6753224 h 6753224"/>
              <a:gd name="connsiteX16" fmla="*/ 7993187 w 12087224"/>
              <a:gd name="connsiteY16" fmla="*/ 1766894 h 6753224"/>
              <a:gd name="connsiteX17" fmla="*/ 10394822 w 12087224"/>
              <a:gd name="connsiteY17" fmla="*/ 1766894 h 6753224"/>
              <a:gd name="connsiteX18" fmla="*/ 10394822 w 12087224"/>
              <a:gd name="connsiteY18" fmla="*/ 1766896 h 6753224"/>
              <a:gd name="connsiteX19" fmla="*/ 10477623 w 12087224"/>
              <a:gd name="connsiteY19" fmla="*/ 1766896 h 6753224"/>
              <a:gd name="connsiteX20" fmla="*/ 10477623 w 12087224"/>
              <a:gd name="connsiteY20" fmla="*/ 1766894 h 6753224"/>
              <a:gd name="connsiteX21" fmla="*/ 12087224 w 12087224"/>
              <a:gd name="connsiteY21" fmla="*/ 1766894 h 6753224"/>
              <a:gd name="connsiteX22" fmla="*/ 12087224 w 12087224"/>
              <a:gd name="connsiteY22" fmla="*/ 4630608 h 6753224"/>
              <a:gd name="connsiteX23" fmla="*/ 7993187 w 12087224"/>
              <a:gd name="connsiteY23" fmla="*/ 4630608 h 6753224"/>
              <a:gd name="connsiteX24" fmla="*/ 3637087 w 12087224"/>
              <a:gd name="connsiteY24" fmla="*/ 1766894 h 6753224"/>
              <a:gd name="connsiteX25" fmla="*/ 7910386 w 12087224"/>
              <a:gd name="connsiteY25" fmla="*/ 1766894 h 6753224"/>
              <a:gd name="connsiteX26" fmla="*/ 7910386 w 12087224"/>
              <a:gd name="connsiteY26" fmla="*/ 4630608 h 6753224"/>
              <a:gd name="connsiteX27" fmla="*/ 3637087 w 12087224"/>
              <a:gd name="connsiteY27" fmla="*/ 4630608 h 6753224"/>
              <a:gd name="connsiteX28" fmla="*/ 0 w 12087224"/>
              <a:gd name="connsiteY28" fmla="*/ 1766894 h 6753224"/>
              <a:gd name="connsiteX29" fmla="*/ 3554287 w 12087224"/>
              <a:gd name="connsiteY29" fmla="*/ 1766894 h 6753224"/>
              <a:gd name="connsiteX30" fmla="*/ 3554287 w 12087224"/>
              <a:gd name="connsiteY30" fmla="*/ 4630608 h 6753224"/>
              <a:gd name="connsiteX31" fmla="*/ 0 w 12087224"/>
              <a:gd name="connsiteY31" fmla="*/ 4630608 h 6753224"/>
              <a:gd name="connsiteX32" fmla="*/ 10477623 w 12087224"/>
              <a:gd name="connsiteY32" fmla="*/ 609725 h 6753224"/>
              <a:gd name="connsiteX33" fmla="*/ 12087224 w 12087224"/>
              <a:gd name="connsiteY33" fmla="*/ 609725 h 6753224"/>
              <a:gd name="connsiteX34" fmla="*/ 12087224 w 12087224"/>
              <a:gd name="connsiteY34" fmla="*/ 1684092 h 6753224"/>
              <a:gd name="connsiteX35" fmla="*/ 10477623 w 12087224"/>
              <a:gd name="connsiteY35" fmla="*/ 1684092 h 6753224"/>
              <a:gd name="connsiteX36" fmla="*/ 0 w 12087224"/>
              <a:gd name="connsiteY36" fmla="*/ 609725 h 6753224"/>
              <a:gd name="connsiteX37" fmla="*/ 10394822 w 12087224"/>
              <a:gd name="connsiteY37" fmla="*/ 609725 h 6753224"/>
              <a:gd name="connsiteX38" fmla="*/ 10394822 w 12087224"/>
              <a:gd name="connsiteY38" fmla="*/ 1684092 h 6753224"/>
              <a:gd name="connsiteX39" fmla="*/ 0 w 12087224"/>
              <a:gd name="connsiteY39" fmla="*/ 1684092 h 6753224"/>
              <a:gd name="connsiteX40" fmla="*/ 0 w 12087224"/>
              <a:gd name="connsiteY40" fmla="*/ 0 h 6753224"/>
              <a:gd name="connsiteX41" fmla="*/ 12087224 w 12087224"/>
              <a:gd name="connsiteY41" fmla="*/ 0 h 6753224"/>
              <a:gd name="connsiteX42" fmla="*/ 12087224 w 12087224"/>
              <a:gd name="connsiteY42" fmla="*/ 526925 h 6753224"/>
              <a:gd name="connsiteX43" fmla="*/ 10477623 w 12087224"/>
              <a:gd name="connsiteY43" fmla="*/ 526925 h 6753224"/>
              <a:gd name="connsiteX44" fmla="*/ 10477623 w 12087224"/>
              <a:gd name="connsiteY44" fmla="*/ 526925 h 6753224"/>
              <a:gd name="connsiteX45" fmla="*/ 10394822 w 12087224"/>
              <a:gd name="connsiteY45" fmla="*/ 526925 h 6753224"/>
              <a:gd name="connsiteX46" fmla="*/ 10394822 w 12087224"/>
              <a:gd name="connsiteY46" fmla="*/ 526925 h 6753224"/>
              <a:gd name="connsiteX47" fmla="*/ 0 w 12087224"/>
              <a:gd name="connsiteY47" fmla="*/ 526925 h 6753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087224" h="6753224">
                <a:moveTo>
                  <a:pt x="3457198" y="4713409"/>
                </a:moveTo>
                <a:lnTo>
                  <a:pt x="3554287" y="4713409"/>
                </a:lnTo>
                <a:lnTo>
                  <a:pt x="3554287" y="4713411"/>
                </a:lnTo>
                <a:lnTo>
                  <a:pt x="3637087" y="4713411"/>
                </a:lnTo>
                <a:lnTo>
                  <a:pt x="3637087" y="4713409"/>
                </a:lnTo>
                <a:lnTo>
                  <a:pt x="7910386" y="4713409"/>
                </a:lnTo>
                <a:lnTo>
                  <a:pt x="7910386" y="4713414"/>
                </a:lnTo>
                <a:lnTo>
                  <a:pt x="7993187" y="4713414"/>
                </a:lnTo>
                <a:lnTo>
                  <a:pt x="7993187" y="4713409"/>
                </a:lnTo>
                <a:lnTo>
                  <a:pt x="12087224" y="4713409"/>
                </a:lnTo>
                <a:lnTo>
                  <a:pt x="12087224" y="6753224"/>
                </a:lnTo>
                <a:lnTo>
                  <a:pt x="3457198" y="6753224"/>
                </a:lnTo>
                <a:close/>
                <a:moveTo>
                  <a:pt x="0" y="4713409"/>
                </a:moveTo>
                <a:lnTo>
                  <a:pt x="3374397" y="4713409"/>
                </a:lnTo>
                <a:lnTo>
                  <a:pt x="3374397" y="6753224"/>
                </a:lnTo>
                <a:lnTo>
                  <a:pt x="0" y="6753224"/>
                </a:lnTo>
                <a:close/>
                <a:moveTo>
                  <a:pt x="7993187" y="1766894"/>
                </a:moveTo>
                <a:lnTo>
                  <a:pt x="10394822" y="1766894"/>
                </a:lnTo>
                <a:lnTo>
                  <a:pt x="10394822" y="1766896"/>
                </a:lnTo>
                <a:lnTo>
                  <a:pt x="10477623" y="1766896"/>
                </a:lnTo>
                <a:lnTo>
                  <a:pt x="10477623" y="1766894"/>
                </a:lnTo>
                <a:lnTo>
                  <a:pt x="12087224" y="1766894"/>
                </a:lnTo>
                <a:lnTo>
                  <a:pt x="12087224" y="4630608"/>
                </a:lnTo>
                <a:lnTo>
                  <a:pt x="7993187" y="4630608"/>
                </a:lnTo>
                <a:close/>
                <a:moveTo>
                  <a:pt x="3637087" y="1766894"/>
                </a:moveTo>
                <a:lnTo>
                  <a:pt x="7910386" y="1766894"/>
                </a:lnTo>
                <a:lnTo>
                  <a:pt x="7910386" y="4630608"/>
                </a:lnTo>
                <a:lnTo>
                  <a:pt x="3637087" y="4630608"/>
                </a:lnTo>
                <a:close/>
                <a:moveTo>
                  <a:pt x="0" y="1766894"/>
                </a:moveTo>
                <a:lnTo>
                  <a:pt x="3554287" y="1766894"/>
                </a:lnTo>
                <a:lnTo>
                  <a:pt x="3554287" y="4630608"/>
                </a:lnTo>
                <a:lnTo>
                  <a:pt x="0" y="4630608"/>
                </a:lnTo>
                <a:close/>
                <a:moveTo>
                  <a:pt x="10477623" y="609725"/>
                </a:moveTo>
                <a:lnTo>
                  <a:pt x="12087224" y="609725"/>
                </a:lnTo>
                <a:lnTo>
                  <a:pt x="12087224" y="1684092"/>
                </a:lnTo>
                <a:lnTo>
                  <a:pt x="10477623" y="1684092"/>
                </a:lnTo>
                <a:close/>
                <a:moveTo>
                  <a:pt x="0" y="609725"/>
                </a:moveTo>
                <a:lnTo>
                  <a:pt x="10394822" y="609725"/>
                </a:lnTo>
                <a:lnTo>
                  <a:pt x="10394822" y="1684092"/>
                </a:lnTo>
                <a:lnTo>
                  <a:pt x="0" y="1684092"/>
                </a:lnTo>
                <a:close/>
                <a:moveTo>
                  <a:pt x="0" y="0"/>
                </a:moveTo>
                <a:lnTo>
                  <a:pt x="12087224" y="0"/>
                </a:lnTo>
                <a:lnTo>
                  <a:pt x="12087224" y="526925"/>
                </a:lnTo>
                <a:lnTo>
                  <a:pt x="10477623" y="526925"/>
                </a:lnTo>
                <a:lnTo>
                  <a:pt x="10477623" y="526925"/>
                </a:lnTo>
                <a:lnTo>
                  <a:pt x="10394822" y="526925"/>
                </a:lnTo>
                <a:lnTo>
                  <a:pt x="10394822" y="526925"/>
                </a:lnTo>
                <a:lnTo>
                  <a:pt x="0" y="526925"/>
                </a:lnTo>
                <a:close/>
              </a:path>
            </a:pathLst>
          </a:custGeom>
          <a:gradFill>
            <a:gsLst>
              <a:gs pos="0">
                <a:schemeClr val="tx1">
                  <a:lumMod val="50000"/>
                  <a:lumOff val="5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157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1154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Swapn Jeet</dc:creator>
  <cp:lastModifiedBy>Swapnajeet</cp:lastModifiedBy>
  <cp:revision>3</cp:revision>
  <dcterms:created xsi:type="dcterms:W3CDTF">2022-12-04T04:32:33Z</dcterms:created>
  <dcterms:modified xsi:type="dcterms:W3CDTF">2023-03-01T16:56:15Z</dcterms:modified>
</cp:coreProperties>
</file>